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4"/>
  </p:sldMasterIdLst>
  <p:notesMasterIdLst>
    <p:notesMasterId r:id="rId14"/>
  </p:notesMasterIdLst>
  <p:handoutMasterIdLst>
    <p:handoutMasterId r:id="rId15"/>
  </p:handoutMasterIdLst>
  <p:sldIdLst>
    <p:sldId id="256" r:id="rId5"/>
    <p:sldId id="1193" r:id="rId6"/>
    <p:sldId id="1195" r:id="rId7"/>
    <p:sldId id="1196" r:id="rId8"/>
    <p:sldId id="1199" r:id="rId9"/>
    <p:sldId id="1200" r:id="rId10"/>
    <p:sldId id="1201" r:id="rId11"/>
    <p:sldId id="1203" r:id="rId12"/>
    <p:sldId id="1204" r:id="rId13"/>
  </p:sldIdLst>
  <p:sldSz cx="12192000" cy="6858000"/>
  <p:notesSz cx="6858000" cy="9144000"/>
  <p:defaultText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83" userDrawn="1">
          <p15:clr>
            <a:srgbClr val="A4A3A4"/>
          </p15:clr>
        </p15:guide>
        <p15:guide id="2" pos="3840" userDrawn="1">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F7D7D"/>
    <a:srgbClr val="000066"/>
    <a:srgbClr val="FF9900"/>
    <a:srgbClr val="1D9E75"/>
    <a:srgbClr val="286DD2"/>
    <a:srgbClr val="6899E2"/>
    <a:srgbClr val="78ADD2"/>
    <a:srgbClr val="B8CFF2"/>
    <a:srgbClr val="266CCC"/>
    <a:srgbClr val="215EB3"/>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ittlere Formatvorlage 2 - Akz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9D7B26C5-4107-4FEC-AEDC-1716B250A1EF}" styleName="Helle Formatvorlage 1">
    <a:wholeTbl>
      <a:tcTxStyle>
        <a:fontRef idx="minor">
          <a:scrgbClr r="0" g="0" b="0"/>
        </a:fontRef>
        <a:schemeClr val="tx1"/>
      </a:tcTxStyle>
      <a:tcStyle>
        <a:tcBdr>
          <a:left>
            <a:ln>
              <a:noFill/>
            </a:ln>
          </a:left>
          <a:right>
            <a:ln>
              <a:noFill/>
            </a:ln>
          </a:right>
          <a:top>
            <a:ln w="12700" cmpd="sng">
              <a:solidFill>
                <a:schemeClr val="tx1"/>
              </a:solidFill>
            </a:ln>
          </a:top>
          <a:bottom>
            <a:ln w="12700" cmpd="sng">
              <a:solidFill>
                <a:schemeClr val="tx1"/>
              </a:solidFill>
            </a:ln>
          </a:bottom>
          <a:insideH>
            <a:ln>
              <a:noFill/>
            </a:ln>
          </a:insideH>
          <a:insideV>
            <a:ln>
              <a:noFill/>
            </a:ln>
          </a:insideV>
        </a:tcBdr>
        <a:fill>
          <a:noFill/>
        </a:fill>
      </a:tcStyle>
    </a:wholeTbl>
    <a:band1H>
      <a:tcStyle>
        <a:tcBdr/>
        <a:fill>
          <a:solidFill>
            <a:schemeClr val="tx1">
              <a:alpha val="20000"/>
            </a:schemeClr>
          </a:solidFill>
        </a:fill>
      </a:tcStyle>
    </a:band1H>
    <a:band2H>
      <a:tcStyle>
        <a:tcBdr/>
      </a:tcStyle>
    </a:band2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12700" cmpd="sng">
              <a:solidFill>
                <a:schemeClr val="tx1"/>
              </a:solidFill>
            </a:ln>
          </a:top>
        </a:tcBdr>
        <a:fill>
          <a:noFill/>
        </a:fill>
      </a:tcStyle>
    </a:lastRow>
    <a:firstRow>
      <a:tcTxStyle b="on"/>
      <a:tcStyle>
        <a:tcBdr>
          <a:bottom>
            <a:ln w="12700" cmpd="sng">
              <a:solidFill>
                <a:schemeClr val="tx1"/>
              </a:solidFill>
            </a:ln>
          </a:bottom>
        </a:tcBdr>
        <a:fill>
          <a:no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4159" autoAdjust="0"/>
    <p:restoredTop sz="83551" autoAdjust="0"/>
  </p:normalViewPr>
  <p:slideViewPr>
    <p:cSldViewPr snapToGrid="0">
      <p:cViewPr>
        <p:scale>
          <a:sx n="66" d="100"/>
          <a:sy n="66" d="100"/>
        </p:scale>
        <p:origin x="1291" y="38"/>
      </p:cViewPr>
      <p:guideLst>
        <p:guide orient="horz" pos="2183"/>
        <p:guide pos="3840"/>
      </p:guideLst>
    </p:cSldViewPr>
  </p:slideViewPr>
  <p:notesTextViewPr>
    <p:cViewPr>
      <p:scale>
        <a:sx n="1" d="1"/>
        <a:sy n="1" d="1"/>
      </p:scale>
      <p:origin x="0" y="0"/>
    </p:cViewPr>
  </p:notesTextViewPr>
  <p:notesViewPr>
    <p:cSldViewPr snapToGrid="0">
      <p:cViewPr varScale="1">
        <p:scale>
          <a:sx n="66" d="100"/>
          <a:sy n="66" d="100"/>
        </p:scale>
        <p:origin x="0" y="0"/>
      </p:cViewPr>
      <p:guideLst/>
    </p:cSldViewPr>
  </p:notes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4.xml"/><Relationship Id="rId13" Type="http://schemas.openxmlformats.org/officeDocument/2006/relationships/slide" Target="slides/slide9.xml"/><Relationship Id="rId18" Type="http://schemas.openxmlformats.org/officeDocument/2006/relationships/theme" Target="theme/theme1.xml"/><Relationship Id="rId3" Type="http://schemas.openxmlformats.org/officeDocument/2006/relationships/customXml" Target="../customXml/item3.xml"/><Relationship Id="rId7" Type="http://schemas.openxmlformats.org/officeDocument/2006/relationships/slide" Target="slides/slide3.xml"/><Relationship Id="rId12" Type="http://schemas.openxmlformats.org/officeDocument/2006/relationships/slide" Target="slides/slide8.xml"/><Relationship Id="rId17" Type="http://schemas.openxmlformats.org/officeDocument/2006/relationships/viewProps" Target="viewProps.xml"/><Relationship Id="rId2" Type="http://schemas.openxmlformats.org/officeDocument/2006/relationships/customXml" Target="../customXml/item2.xml"/><Relationship Id="rId16" Type="http://schemas.openxmlformats.org/officeDocument/2006/relationships/presProps" Target="presProps.xml"/><Relationship Id="rId1" Type="http://schemas.openxmlformats.org/officeDocument/2006/relationships/customXml" Target="../customXml/item1.xml"/><Relationship Id="rId6" Type="http://schemas.openxmlformats.org/officeDocument/2006/relationships/slide" Target="slides/slide2.xml"/><Relationship Id="rId11" Type="http://schemas.openxmlformats.org/officeDocument/2006/relationships/slide" Target="slides/slide7.xml"/><Relationship Id="rId5" Type="http://schemas.openxmlformats.org/officeDocument/2006/relationships/slide" Target="slides/slide1.xml"/><Relationship Id="rId15" Type="http://schemas.openxmlformats.org/officeDocument/2006/relationships/handoutMaster" Target="handoutMasters/handoutMaster1.xml"/><Relationship Id="rId10" Type="http://schemas.openxmlformats.org/officeDocument/2006/relationships/slide" Target="slides/slide6.xml"/><Relationship Id="rId19" Type="http://schemas.openxmlformats.org/officeDocument/2006/relationships/tableStyles" Target="tableStyles.xml"/><Relationship Id="rId4" Type="http://schemas.openxmlformats.org/officeDocument/2006/relationships/slideMaster" Target="slideMasters/slideMaster1.xml"/><Relationship Id="rId9" Type="http://schemas.openxmlformats.org/officeDocument/2006/relationships/slide" Target="slides/slide5.xml"/><Relationship Id="rId14" Type="http://schemas.openxmlformats.org/officeDocument/2006/relationships/notesMaster" Target="notesMasters/notesMaster1.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Kopfzeilenplatzhalter 1">
            <a:extLst>
              <a:ext uri="{FF2B5EF4-FFF2-40B4-BE49-F238E27FC236}">
                <a16:creationId xmlns:a16="http://schemas.microsoft.com/office/drawing/2014/main" id="{8AF70A90-CA7E-49EB-AB17-C37FEDD0759A}"/>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de-CH"/>
          </a:p>
        </p:txBody>
      </p:sp>
      <p:sp>
        <p:nvSpPr>
          <p:cNvPr id="3" name="Datumsplatzhalter 2">
            <a:extLst>
              <a:ext uri="{FF2B5EF4-FFF2-40B4-BE49-F238E27FC236}">
                <a16:creationId xmlns:a16="http://schemas.microsoft.com/office/drawing/2014/main" id="{5A7711EA-1FBE-4E98-9D43-C2D65C45D0E7}"/>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F68ABEA4-9216-4FDF-AAE1-D8632908A8EC}" type="datetimeFigureOut">
              <a:rPr lang="de-CH" smtClean="0"/>
              <a:t>28.04.2026</a:t>
            </a:fld>
            <a:endParaRPr lang="de-CH"/>
          </a:p>
        </p:txBody>
      </p:sp>
      <p:sp>
        <p:nvSpPr>
          <p:cNvPr id="4" name="Fußzeilenplatzhalter 3">
            <a:extLst>
              <a:ext uri="{FF2B5EF4-FFF2-40B4-BE49-F238E27FC236}">
                <a16:creationId xmlns:a16="http://schemas.microsoft.com/office/drawing/2014/main" id="{82CCD3C8-8930-4E0E-A891-B770724F2BD4}"/>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de-CH"/>
          </a:p>
        </p:txBody>
      </p:sp>
      <p:sp>
        <p:nvSpPr>
          <p:cNvPr id="5" name="Foliennummernplatzhalter 4">
            <a:extLst>
              <a:ext uri="{FF2B5EF4-FFF2-40B4-BE49-F238E27FC236}">
                <a16:creationId xmlns:a16="http://schemas.microsoft.com/office/drawing/2014/main" id="{A7798FB5-86BC-42DA-9D05-F96D484814F6}"/>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2B685DCD-866D-47AE-A236-118539F53379}" type="slidenum">
              <a:rPr lang="de-CH" smtClean="0"/>
              <a:t>‹Nr.›</a:t>
            </a:fld>
            <a:endParaRPr lang="de-CH"/>
          </a:p>
        </p:txBody>
      </p:sp>
    </p:spTree>
    <p:extLst>
      <p:ext uri="{BB962C8B-B14F-4D97-AF65-F5344CB8AC3E}">
        <p14:creationId xmlns:p14="http://schemas.microsoft.com/office/powerpoint/2010/main" val="1423227251"/>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Kopfzeilenplatzhalt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de-CH"/>
          </a:p>
        </p:txBody>
      </p:sp>
      <p:sp>
        <p:nvSpPr>
          <p:cNvPr id="3" name="Datumsplatzhalt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4B78A90D-FE7E-41AF-B03D-808D82937CB9}" type="datetimeFigureOut">
              <a:rPr lang="de-CH" smtClean="0"/>
              <a:t>28.04.2026</a:t>
            </a:fld>
            <a:endParaRPr lang="de-CH"/>
          </a:p>
        </p:txBody>
      </p:sp>
      <p:sp>
        <p:nvSpPr>
          <p:cNvPr id="4" name="Folienbildplatzhalt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de-CH"/>
          </a:p>
        </p:txBody>
      </p:sp>
      <p:sp>
        <p:nvSpPr>
          <p:cNvPr id="5" name="Notizenplatzhalt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de-CH"/>
          </a:p>
        </p:txBody>
      </p:sp>
      <p:sp>
        <p:nvSpPr>
          <p:cNvPr id="6" name="Fußzeilenplatzhalt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de-CH"/>
          </a:p>
        </p:txBody>
      </p:sp>
      <p:sp>
        <p:nvSpPr>
          <p:cNvPr id="7" name="Foliennummernplatzhalt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F615DDFD-030C-4D5A-B33E-3A7E7538D2BE}" type="slidenum">
              <a:rPr lang="de-CH" smtClean="0"/>
              <a:t>‹Nr.›</a:t>
            </a:fld>
            <a:endParaRPr lang="de-CH"/>
          </a:p>
        </p:txBody>
      </p:sp>
    </p:spTree>
    <p:extLst>
      <p:ext uri="{BB962C8B-B14F-4D97-AF65-F5344CB8AC3E}">
        <p14:creationId xmlns:p14="http://schemas.microsoft.com/office/powerpoint/2010/main" val="4414969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F615DDFD-030C-4D5A-B33E-3A7E7538D2BE}" type="slidenum">
              <a:rPr lang="de-CH" smtClean="0"/>
              <a:t>1</a:t>
            </a:fld>
            <a:endParaRPr lang="de-CH"/>
          </a:p>
        </p:txBody>
      </p:sp>
    </p:spTree>
    <p:extLst>
      <p:ext uri="{BB962C8B-B14F-4D97-AF65-F5344CB8AC3E}">
        <p14:creationId xmlns:p14="http://schemas.microsoft.com/office/powerpoint/2010/main" val="383658073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D6AE75B-5055-D8D6-7C89-4BE3AB440DE4}"/>
            </a:ext>
          </a:extLst>
        </p:cNvPr>
        <p:cNvGrpSpPr/>
        <p:nvPr/>
      </p:nvGrpSpPr>
      <p:grpSpPr>
        <a:xfrm>
          <a:off x="0" y="0"/>
          <a:ext cx="0" cy="0"/>
          <a:chOff x="0" y="0"/>
          <a:chExt cx="0" cy="0"/>
        </a:xfrm>
      </p:grpSpPr>
      <p:sp>
        <p:nvSpPr>
          <p:cNvPr id="2" name="Folienbildplatzhalter 1">
            <a:extLst>
              <a:ext uri="{FF2B5EF4-FFF2-40B4-BE49-F238E27FC236}">
                <a16:creationId xmlns:a16="http://schemas.microsoft.com/office/drawing/2014/main" id="{A6D042FD-0C7A-1112-66BF-BEFF658FC6BE}"/>
              </a:ext>
            </a:extLst>
          </p:cNvPr>
          <p:cNvSpPr>
            <a:spLocks noGrp="1" noRot="1" noChangeAspect="1"/>
          </p:cNvSpPr>
          <p:nvPr>
            <p:ph type="sldImg"/>
          </p:nvPr>
        </p:nvSpPr>
        <p:spPr/>
      </p:sp>
      <p:sp>
        <p:nvSpPr>
          <p:cNvPr id="3" name="Notizenplatzhalter 2">
            <a:extLst>
              <a:ext uri="{FF2B5EF4-FFF2-40B4-BE49-F238E27FC236}">
                <a16:creationId xmlns:a16="http://schemas.microsoft.com/office/drawing/2014/main" id="{9775242A-1EB1-48B8-3738-118802B1C538}"/>
              </a:ext>
            </a:extLst>
          </p:cNvPr>
          <p:cNvSpPr>
            <a:spLocks noGrp="1"/>
          </p:cNvSpPr>
          <p:nvPr>
            <p:ph type="body" idx="1"/>
          </p:nvPr>
        </p:nvSpPr>
        <p:spPr/>
        <p:txBody>
          <a:bodyPr/>
          <a:lstStyle/>
          <a:p>
            <a:r>
              <a:rPr lang="de-DE" dirty="0"/>
              <a:t>Start with a </a:t>
            </a:r>
            <a:r>
              <a:rPr lang="de-DE" dirty="0" err="1"/>
              <a:t>baseline</a:t>
            </a:r>
            <a:endParaRPr lang="de-DE" dirty="0"/>
          </a:p>
          <a:p>
            <a:r>
              <a:rPr lang="en-US" dirty="0"/>
              <a:t>We tried RFM with Ridge Regression and </a:t>
            </a:r>
            <a:r>
              <a:rPr lang="en-US" dirty="0" err="1"/>
              <a:t>LightGBM</a:t>
            </a:r>
            <a:r>
              <a:rPr lang="en-US" dirty="0"/>
              <a:t> afterwards and compared with </a:t>
            </a:r>
            <a:r>
              <a:rPr lang="en-US" dirty="0" err="1"/>
              <a:t>CLVTools</a:t>
            </a:r>
            <a:r>
              <a:rPr lang="en-US" dirty="0"/>
              <a:t> outcome. And it appears that the Pareto NBD model is a good baseline and the other two can simply handle churn.</a:t>
            </a:r>
          </a:p>
          <a:p>
            <a:endParaRPr lang="en-US" dirty="0"/>
          </a:p>
          <a:p>
            <a:r>
              <a:rPr lang="en-US" dirty="0"/>
              <a:t>But I realized a problem yesterday….not trained on same dataset</a:t>
            </a:r>
            <a:endParaRPr lang="de-DE" dirty="0"/>
          </a:p>
        </p:txBody>
      </p:sp>
      <p:sp>
        <p:nvSpPr>
          <p:cNvPr id="4" name="Foliennummernplatzhalter 3">
            <a:extLst>
              <a:ext uri="{FF2B5EF4-FFF2-40B4-BE49-F238E27FC236}">
                <a16:creationId xmlns:a16="http://schemas.microsoft.com/office/drawing/2014/main" id="{C615551E-A870-7E24-235F-183DD6B114A8}"/>
              </a:ext>
            </a:extLst>
          </p:cNvPr>
          <p:cNvSpPr>
            <a:spLocks noGrp="1"/>
          </p:cNvSpPr>
          <p:nvPr>
            <p:ph type="sldNum" sz="quarter" idx="5"/>
          </p:nvPr>
        </p:nvSpPr>
        <p:spPr/>
        <p:txBody>
          <a:bodyPr/>
          <a:lstStyle/>
          <a:p>
            <a:fld id="{F615DDFD-030C-4D5A-B33E-3A7E7538D2BE}" type="slidenum">
              <a:rPr lang="de-CH" smtClean="0"/>
              <a:t>2</a:t>
            </a:fld>
            <a:endParaRPr lang="de-CH"/>
          </a:p>
        </p:txBody>
      </p:sp>
    </p:spTree>
    <p:extLst>
      <p:ext uri="{BB962C8B-B14F-4D97-AF65-F5344CB8AC3E}">
        <p14:creationId xmlns:p14="http://schemas.microsoft.com/office/powerpoint/2010/main" val="876370460"/>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3C2CBA0-C2F7-F23C-8517-4434EE5A08E1}"/>
            </a:ext>
          </a:extLst>
        </p:cNvPr>
        <p:cNvGrpSpPr/>
        <p:nvPr/>
      </p:nvGrpSpPr>
      <p:grpSpPr>
        <a:xfrm>
          <a:off x="0" y="0"/>
          <a:ext cx="0" cy="0"/>
          <a:chOff x="0" y="0"/>
          <a:chExt cx="0" cy="0"/>
        </a:xfrm>
      </p:grpSpPr>
      <p:sp>
        <p:nvSpPr>
          <p:cNvPr id="2" name="Folienbildplatzhalter 1">
            <a:extLst>
              <a:ext uri="{FF2B5EF4-FFF2-40B4-BE49-F238E27FC236}">
                <a16:creationId xmlns:a16="http://schemas.microsoft.com/office/drawing/2014/main" id="{F986D3AB-5CB8-9850-D397-C3C8FC891ACE}"/>
              </a:ext>
            </a:extLst>
          </p:cNvPr>
          <p:cNvSpPr>
            <a:spLocks noGrp="1" noRot="1" noChangeAspect="1"/>
          </p:cNvSpPr>
          <p:nvPr>
            <p:ph type="sldImg"/>
          </p:nvPr>
        </p:nvSpPr>
        <p:spPr/>
      </p:sp>
      <p:sp>
        <p:nvSpPr>
          <p:cNvPr id="3" name="Notizenplatzhalter 2">
            <a:extLst>
              <a:ext uri="{FF2B5EF4-FFF2-40B4-BE49-F238E27FC236}">
                <a16:creationId xmlns:a16="http://schemas.microsoft.com/office/drawing/2014/main" id="{5C65A79D-C063-B58E-F732-95D95A09BCA7}"/>
              </a:ext>
            </a:extLst>
          </p:cNvPr>
          <p:cNvSpPr>
            <a:spLocks noGrp="1"/>
          </p:cNvSpPr>
          <p:nvPr>
            <p:ph type="body" idx="1"/>
          </p:nvPr>
        </p:nvSpPr>
        <p:spPr/>
        <p:txBody>
          <a:bodyPr/>
          <a:lstStyle/>
          <a:p>
            <a:r>
              <a:rPr lang="en-US" dirty="0"/>
              <a:t>Different picture…</a:t>
            </a:r>
          </a:p>
          <a:p>
            <a:endParaRPr lang="en-US" dirty="0"/>
          </a:p>
          <a:p>
            <a:r>
              <a:rPr lang="en-US" dirty="0"/>
              <a:t>Ridge Regression comes in last again. It assumes a linear relationship between past spending and future revenue — which means it sees a high-spending customer and simply projects that forward, with no concept that they might have already left. It's the wrong tool for this problem structurally.</a:t>
            </a:r>
          </a:p>
          <a:p>
            <a:endParaRPr lang="en-US" dirty="0"/>
          </a:p>
          <a:p>
            <a:r>
              <a:rPr lang="en-US" dirty="0"/>
              <a:t>The Pareto/NBD is more interesting. It was specifically designed for subscription-style businesses — it jointly models whether a customer is still active and how often they buy. It's the industry standard for a reason. And yet, a general-purpose </a:t>
            </a:r>
            <a:r>
              <a:rPr lang="en-US" dirty="0" err="1"/>
              <a:t>LightGBM</a:t>
            </a:r>
            <a:r>
              <a:rPr lang="en-US" dirty="0"/>
              <a:t> with nothing but basic RFM features already beats it by 32%.</a:t>
            </a:r>
          </a:p>
          <a:p>
            <a:endParaRPr lang="en-US" dirty="0"/>
          </a:p>
          <a:p>
            <a:r>
              <a:rPr lang="en-US" dirty="0"/>
              <a:t>Why it is already such a big gap…I honestly do not know since I thought the </a:t>
            </a:r>
            <a:r>
              <a:rPr lang="en-US" dirty="0" err="1"/>
              <a:t>CLVTools</a:t>
            </a:r>
            <a:r>
              <a:rPr lang="en-US" dirty="0"/>
              <a:t> baseline is already pretty competitive…maybe I made a mistake when running the code. </a:t>
            </a:r>
          </a:p>
          <a:p>
            <a:endParaRPr lang="en-US" dirty="0"/>
          </a:p>
          <a:p>
            <a:r>
              <a:rPr lang="en-US" dirty="0"/>
              <a:t>So but </a:t>
            </a:r>
            <a:r>
              <a:rPr lang="en-US" dirty="0" err="1"/>
              <a:t>LightGBM</a:t>
            </a:r>
            <a:r>
              <a:rPr lang="en-US" dirty="0"/>
              <a:t> is actually an encouraging result. We haven't done any of the serious work yet — no product features, no Tweedie objective, no hybrid architecture — and we're already ahead of the benchmark. This chart is our starting point, not our destination.</a:t>
            </a:r>
          </a:p>
          <a:p>
            <a:r>
              <a:rPr lang="en-US" dirty="0" err="1"/>
              <a:t>LightGBM</a:t>
            </a:r>
            <a:r>
              <a:rPr lang="en-US" dirty="0"/>
              <a:t> with its tree structure was apparently able to properly interpret recency</a:t>
            </a:r>
          </a:p>
          <a:p>
            <a:endParaRPr lang="en-US" dirty="0"/>
          </a:p>
          <a:p>
            <a:r>
              <a:rPr lang="en-US" dirty="0"/>
              <a:t>The question then becomes: how much further can we push it? And that's where the real modeling decisions begin.</a:t>
            </a:r>
          </a:p>
        </p:txBody>
      </p:sp>
      <p:sp>
        <p:nvSpPr>
          <p:cNvPr id="4" name="Foliennummernplatzhalter 3">
            <a:extLst>
              <a:ext uri="{FF2B5EF4-FFF2-40B4-BE49-F238E27FC236}">
                <a16:creationId xmlns:a16="http://schemas.microsoft.com/office/drawing/2014/main" id="{B5AADF57-EDFF-298F-BFBF-1B0215C53467}"/>
              </a:ext>
            </a:extLst>
          </p:cNvPr>
          <p:cNvSpPr>
            <a:spLocks noGrp="1"/>
          </p:cNvSpPr>
          <p:nvPr>
            <p:ph type="sldNum" sz="quarter" idx="5"/>
          </p:nvPr>
        </p:nvSpPr>
        <p:spPr/>
        <p:txBody>
          <a:bodyPr/>
          <a:lstStyle/>
          <a:p>
            <a:fld id="{F615DDFD-030C-4D5A-B33E-3A7E7538D2BE}" type="slidenum">
              <a:rPr lang="de-CH" smtClean="0"/>
              <a:t>3</a:t>
            </a:fld>
            <a:endParaRPr lang="de-CH"/>
          </a:p>
        </p:txBody>
      </p:sp>
    </p:spTree>
    <p:extLst>
      <p:ext uri="{BB962C8B-B14F-4D97-AF65-F5344CB8AC3E}">
        <p14:creationId xmlns:p14="http://schemas.microsoft.com/office/powerpoint/2010/main" val="4073915877"/>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bildplatzhalter 1"/>
          <p:cNvSpPr>
            <a:spLocks noGrp="1" noRot="1" noChangeAspect="1"/>
          </p:cNvSpPr>
          <p:nvPr>
            <p:ph type="sldImg"/>
          </p:nvPr>
        </p:nvSpPr>
        <p:spPr/>
      </p:sp>
      <p:sp>
        <p:nvSpPr>
          <p:cNvPr id="3" name="Notizenplatzhalter 2"/>
          <p:cNvSpPr>
            <a:spLocks noGrp="1"/>
          </p:cNvSpPr>
          <p:nvPr>
            <p:ph type="body" idx="1"/>
          </p:nvPr>
        </p:nvSpPr>
        <p:spPr/>
        <p:txBody>
          <a:bodyPr/>
          <a:lstStyle/>
          <a:p>
            <a:r>
              <a:rPr lang="de-DE" dirty="0" err="1"/>
              <a:t>We</a:t>
            </a:r>
            <a:r>
              <a:rPr lang="de-DE" dirty="0"/>
              <a:t> </a:t>
            </a:r>
            <a:r>
              <a:rPr lang="de-DE" dirty="0" err="1"/>
              <a:t>had</a:t>
            </a:r>
            <a:r>
              <a:rPr lang="de-DE" dirty="0"/>
              <a:t> a </a:t>
            </a:r>
            <a:r>
              <a:rPr lang="de-DE" dirty="0" err="1"/>
              <a:t>couple</a:t>
            </a:r>
            <a:r>
              <a:rPr lang="de-DE" dirty="0"/>
              <a:t> </a:t>
            </a:r>
            <a:r>
              <a:rPr lang="de-DE" dirty="0" err="1"/>
              <a:t>more</a:t>
            </a:r>
            <a:r>
              <a:rPr lang="de-DE" dirty="0"/>
              <a:t> </a:t>
            </a:r>
            <a:r>
              <a:rPr lang="de-DE" dirty="0" err="1"/>
              <a:t>iterations</a:t>
            </a:r>
            <a:r>
              <a:rPr lang="de-DE" dirty="0"/>
              <a:t> with </a:t>
            </a:r>
            <a:r>
              <a:rPr lang="de-DE" dirty="0" err="1"/>
              <a:t>many</a:t>
            </a:r>
            <a:r>
              <a:rPr lang="de-DE" dirty="0"/>
              <a:t> </a:t>
            </a:r>
            <a:r>
              <a:rPr lang="de-DE" dirty="0" err="1"/>
              <a:t>more</a:t>
            </a:r>
            <a:r>
              <a:rPr lang="de-DE" dirty="0"/>
              <a:t> </a:t>
            </a:r>
            <a:r>
              <a:rPr lang="de-DE" dirty="0" err="1"/>
              <a:t>things</a:t>
            </a:r>
            <a:r>
              <a:rPr lang="de-DE" dirty="0"/>
              <a:t> </a:t>
            </a:r>
            <a:r>
              <a:rPr lang="de-DE" dirty="0" err="1"/>
              <a:t>tried</a:t>
            </a:r>
            <a:r>
              <a:rPr lang="de-DE" dirty="0"/>
              <a:t> with </a:t>
            </a:r>
            <a:r>
              <a:rPr lang="de-DE" dirty="0" err="1"/>
              <a:t>the</a:t>
            </a:r>
            <a:r>
              <a:rPr lang="de-DE" dirty="0"/>
              <a:t> </a:t>
            </a:r>
            <a:r>
              <a:rPr lang="de-DE" dirty="0" err="1"/>
              <a:t>model</a:t>
            </a:r>
            <a:r>
              <a:rPr lang="de-DE" dirty="0"/>
              <a:t> and </a:t>
            </a:r>
            <a:r>
              <a:rPr lang="de-DE" dirty="0" err="1"/>
              <a:t>data</a:t>
            </a:r>
            <a:r>
              <a:rPr lang="de-DE" dirty="0"/>
              <a:t> but </a:t>
            </a:r>
            <a:r>
              <a:rPr lang="de-DE" dirty="0" err="1"/>
              <a:t>here</a:t>
            </a:r>
            <a:r>
              <a:rPr lang="de-DE" dirty="0"/>
              <a:t> </a:t>
            </a:r>
            <a:r>
              <a:rPr lang="de-DE" dirty="0" err="1"/>
              <a:t>are</a:t>
            </a:r>
            <a:r>
              <a:rPr lang="de-DE" dirty="0"/>
              <a:t> </a:t>
            </a:r>
            <a:r>
              <a:rPr lang="de-DE" dirty="0" err="1"/>
              <a:t>the</a:t>
            </a:r>
            <a:r>
              <a:rPr lang="de-DE" dirty="0"/>
              <a:t> </a:t>
            </a:r>
            <a:r>
              <a:rPr lang="de-DE" dirty="0" err="1"/>
              <a:t>most</a:t>
            </a:r>
            <a:r>
              <a:rPr lang="de-DE" dirty="0"/>
              <a:t> </a:t>
            </a:r>
            <a:r>
              <a:rPr lang="de-DE" dirty="0" err="1"/>
              <a:t>important</a:t>
            </a:r>
            <a:r>
              <a:rPr lang="de-DE" dirty="0"/>
              <a:t> </a:t>
            </a:r>
            <a:r>
              <a:rPr lang="de-DE" dirty="0" err="1"/>
              <a:t>ones</a:t>
            </a:r>
            <a:endParaRPr lang="de-DE" dirty="0"/>
          </a:p>
          <a:p>
            <a:endParaRPr lang="de-DE" dirty="0"/>
          </a:p>
          <a:p>
            <a:endParaRPr lang="de-DE" dirty="0"/>
          </a:p>
          <a:p>
            <a:r>
              <a:rPr lang="en-US" dirty="0"/>
              <a:t>First problem: 93% of customers generate exactly zero revenue in the prediction window. Standard regression wasn't built for that — it assumes a roughly normal error distribution. The Tweedie objective was designed precisely for zero-inflated, right-skewed data like this.</a:t>
            </a:r>
          </a:p>
          <a:p>
            <a:endParaRPr lang="en-US" dirty="0"/>
          </a:p>
          <a:p>
            <a:r>
              <a:rPr lang="en-US" dirty="0"/>
              <a:t>Second problem: our full feature set had 36 variables, many of them redundant. Sequential Forward Selection pruned that down to 18, and performance improved — less noise, cleaner signal.</a:t>
            </a:r>
          </a:p>
          <a:p>
            <a:endParaRPr lang="en-US" dirty="0"/>
          </a:p>
          <a:p>
            <a:r>
              <a:rPr lang="en-US" dirty="0"/>
              <a:t>Third problem: even a well-calibrated model still over-predicts for customers who have quietly stopped renting. That's the latent attrition problem Constantin introduced earlier. The hybrid architecture is our answer to that.</a:t>
            </a:r>
          </a:p>
        </p:txBody>
      </p:sp>
      <p:sp>
        <p:nvSpPr>
          <p:cNvPr id="4" name="Foliennummernplatzhalter 3"/>
          <p:cNvSpPr>
            <a:spLocks noGrp="1"/>
          </p:cNvSpPr>
          <p:nvPr>
            <p:ph type="sldNum" sz="quarter" idx="5"/>
          </p:nvPr>
        </p:nvSpPr>
        <p:spPr/>
        <p:txBody>
          <a:bodyPr/>
          <a:lstStyle/>
          <a:p>
            <a:fld id="{F615DDFD-030C-4D5A-B33E-3A7E7538D2BE}" type="slidenum">
              <a:rPr lang="de-CH" smtClean="0"/>
              <a:t>4</a:t>
            </a:fld>
            <a:endParaRPr lang="de-CH"/>
          </a:p>
        </p:txBody>
      </p:sp>
    </p:spTree>
    <p:extLst>
      <p:ext uri="{BB962C8B-B14F-4D97-AF65-F5344CB8AC3E}">
        <p14:creationId xmlns:p14="http://schemas.microsoft.com/office/powerpoint/2010/main" val="555029547"/>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61EA176-0DC8-987C-C818-6D746DC6FC1B}"/>
            </a:ext>
          </a:extLst>
        </p:cNvPr>
        <p:cNvGrpSpPr/>
        <p:nvPr/>
      </p:nvGrpSpPr>
      <p:grpSpPr>
        <a:xfrm>
          <a:off x="0" y="0"/>
          <a:ext cx="0" cy="0"/>
          <a:chOff x="0" y="0"/>
          <a:chExt cx="0" cy="0"/>
        </a:xfrm>
      </p:grpSpPr>
      <p:sp>
        <p:nvSpPr>
          <p:cNvPr id="2" name="Folienbildplatzhalter 1">
            <a:extLst>
              <a:ext uri="{FF2B5EF4-FFF2-40B4-BE49-F238E27FC236}">
                <a16:creationId xmlns:a16="http://schemas.microsoft.com/office/drawing/2014/main" id="{7E4FD48A-6CB9-F4BE-5710-C1CA7B776297}"/>
              </a:ext>
            </a:extLst>
          </p:cNvPr>
          <p:cNvSpPr>
            <a:spLocks noGrp="1" noRot="1" noChangeAspect="1"/>
          </p:cNvSpPr>
          <p:nvPr>
            <p:ph type="sldImg"/>
          </p:nvPr>
        </p:nvSpPr>
        <p:spPr/>
      </p:sp>
      <p:sp>
        <p:nvSpPr>
          <p:cNvPr id="3" name="Notizenplatzhalter 2">
            <a:extLst>
              <a:ext uri="{FF2B5EF4-FFF2-40B4-BE49-F238E27FC236}">
                <a16:creationId xmlns:a16="http://schemas.microsoft.com/office/drawing/2014/main" id="{857F428B-0EA1-7DF3-A329-4C16574BA944}"/>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de-DE" dirty="0"/>
              <a:t>MAE </a:t>
            </a:r>
            <a:r>
              <a:rPr lang="de-DE" dirty="0" err="1"/>
              <a:t>of</a:t>
            </a:r>
            <a:r>
              <a:rPr lang="de-DE" dirty="0"/>
              <a:t> hybrid two-stage </a:t>
            </a:r>
            <a:r>
              <a:rPr lang="de-DE" dirty="0" err="1"/>
              <a:t>model</a:t>
            </a:r>
            <a:r>
              <a:rPr lang="de-DE" dirty="0"/>
              <a:t> </a:t>
            </a:r>
            <a:r>
              <a:rPr lang="de-DE" dirty="0" err="1"/>
              <a:t>is</a:t>
            </a:r>
            <a:r>
              <a:rPr lang="de-DE" dirty="0"/>
              <a:t> at 9817.49NOK </a:t>
            </a:r>
            <a:r>
              <a:rPr lang="de-DE" dirty="0" err="1"/>
              <a:t>when</a:t>
            </a:r>
            <a:r>
              <a:rPr lang="de-DE" dirty="0"/>
              <a:t> </a:t>
            </a:r>
            <a:r>
              <a:rPr lang="de-DE" dirty="0" err="1"/>
              <a:t>using</a:t>
            </a:r>
            <a:r>
              <a:rPr lang="de-DE" dirty="0"/>
              <a:t> </a:t>
            </a:r>
            <a:r>
              <a:rPr lang="de-DE" dirty="0" err="1"/>
              <a:t>data</a:t>
            </a:r>
            <a:r>
              <a:rPr lang="de-DE" dirty="0"/>
              <a:t> post-2020 break</a:t>
            </a:r>
            <a:endParaRPr lang="en-US" dirty="0"/>
          </a:p>
        </p:txBody>
      </p:sp>
      <p:sp>
        <p:nvSpPr>
          <p:cNvPr id="4" name="Foliennummernplatzhalter 3">
            <a:extLst>
              <a:ext uri="{FF2B5EF4-FFF2-40B4-BE49-F238E27FC236}">
                <a16:creationId xmlns:a16="http://schemas.microsoft.com/office/drawing/2014/main" id="{2414D054-57F6-1BA8-16D5-EFE4801D21F4}"/>
              </a:ext>
            </a:extLst>
          </p:cNvPr>
          <p:cNvSpPr>
            <a:spLocks noGrp="1"/>
          </p:cNvSpPr>
          <p:nvPr>
            <p:ph type="sldNum" sz="quarter" idx="5"/>
          </p:nvPr>
        </p:nvSpPr>
        <p:spPr/>
        <p:txBody>
          <a:bodyPr/>
          <a:lstStyle/>
          <a:p>
            <a:fld id="{F615DDFD-030C-4D5A-B33E-3A7E7538D2BE}" type="slidenum">
              <a:rPr lang="de-CH" smtClean="0"/>
              <a:t>5</a:t>
            </a:fld>
            <a:endParaRPr lang="de-CH"/>
          </a:p>
        </p:txBody>
      </p:sp>
    </p:spTree>
    <p:extLst>
      <p:ext uri="{BB962C8B-B14F-4D97-AF65-F5344CB8AC3E}">
        <p14:creationId xmlns:p14="http://schemas.microsoft.com/office/powerpoint/2010/main" val="162326784"/>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59F98BF-76C3-B5E8-17D6-D32E23069DCD}"/>
            </a:ext>
          </a:extLst>
        </p:cNvPr>
        <p:cNvGrpSpPr/>
        <p:nvPr/>
      </p:nvGrpSpPr>
      <p:grpSpPr>
        <a:xfrm>
          <a:off x="0" y="0"/>
          <a:ext cx="0" cy="0"/>
          <a:chOff x="0" y="0"/>
          <a:chExt cx="0" cy="0"/>
        </a:xfrm>
      </p:grpSpPr>
      <p:sp>
        <p:nvSpPr>
          <p:cNvPr id="2" name="Folienbildplatzhalter 1">
            <a:extLst>
              <a:ext uri="{FF2B5EF4-FFF2-40B4-BE49-F238E27FC236}">
                <a16:creationId xmlns:a16="http://schemas.microsoft.com/office/drawing/2014/main" id="{D9835055-F42F-C092-B85F-66D9C924519F}"/>
              </a:ext>
            </a:extLst>
          </p:cNvPr>
          <p:cNvSpPr>
            <a:spLocks noGrp="1" noRot="1" noChangeAspect="1"/>
          </p:cNvSpPr>
          <p:nvPr>
            <p:ph type="sldImg"/>
          </p:nvPr>
        </p:nvSpPr>
        <p:spPr/>
      </p:sp>
      <p:sp>
        <p:nvSpPr>
          <p:cNvPr id="3" name="Notizenplatzhalter 2">
            <a:extLst>
              <a:ext uri="{FF2B5EF4-FFF2-40B4-BE49-F238E27FC236}">
                <a16:creationId xmlns:a16="http://schemas.microsoft.com/office/drawing/2014/main" id="{482DFEB8-1400-22CD-24F3-7EAB9B08BFD4}"/>
              </a:ext>
            </a:extLst>
          </p:cNvPr>
          <p:cNvSpPr>
            <a:spLocks noGrp="1"/>
          </p:cNvSpPr>
          <p:nvPr>
            <p:ph type="body" idx="1"/>
          </p:nvPr>
        </p:nvSpPr>
        <p:spPr/>
        <p:txBody>
          <a:bodyPr/>
          <a:lstStyle/>
          <a:p>
            <a:endParaRPr lang="en-US" dirty="0"/>
          </a:p>
        </p:txBody>
      </p:sp>
      <p:sp>
        <p:nvSpPr>
          <p:cNvPr id="4" name="Foliennummernplatzhalter 3">
            <a:extLst>
              <a:ext uri="{FF2B5EF4-FFF2-40B4-BE49-F238E27FC236}">
                <a16:creationId xmlns:a16="http://schemas.microsoft.com/office/drawing/2014/main" id="{993DC389-1253-4E84-EF85-DC93751C0EC7}"/>
              </a:ext>
            </a:extLst>
          </p:cNvPr>
          <p:cNvSpPr>
            <a:spLocks noGrp="1"/>
          </p:cNvSpPr>
          <p:nvPr>
            <p:ph type="sldNum" sz="quarter" idx="5"/>
          </p:nvPr>
        </p:nvSpPr>
        <p:spPr/>
        <p:txBody>
          <a:bodyPr/>
          <a:lstStyle/>
          <a:p>
            <a:fld id="{F615DDFD-030C-4D5A-B33E-3A7E7538D2BE}" type="slidenum">
              <a:rPr lang="de-CH" smtClean="0"/>
              <a:t>6</a:t>
            </a:fld>
            <a:endParaRPr lang="de-CH"/>
          </a:p>
        </p:txBody>
      </p:sp>
    </p:spTree>
    <p:extLst>
      <p:ext uri="{BB962C8B-B14F-4D97-AF65-F5344CB8AC3E}">
        <p14:creationId xmlns:p14="http://schemas.microsoft.com/office/powerpoint/2010/main" val="2219307859"/>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bildplatzhalter 1"/>
          <p:cNvSpPr>
            <a:spLocks noGrp="1" noRot="1" noChangeAspect="1"/>
          </p:cNvSpPr>
          <p:nvPr>
            <p:ph type="sldImg"/>
          </p:nvPr>
        </p:nvSpPr>
        <p:spPr/>
      </p:sp>
      <p:sp>
        <p:nvSpPr>
          <p:cNvPr id="3" name="Notizenplatzhalter 2"/>
          <p:cNvSpPr>
            <a:spLocks noGrp="1"/>
          </p:cNvSpPr>
          <p:nvPr>
            <p:ph type="body" idx="1"/>
          </p:nvPr>
        </p:nvSpPr>
        <p:spPr/>
        <p:txBody>
          <a:bodyPr/>
          <a:lstStyle/>
          <a:p>
            <a:r>
              <a:rPr lang="en-US" dirty="0"/>
              <a:t>The model didn't need all 8 clusters — just the ones that matter economically</a:t>
            </a:r>
          </a:p>
          <a:p>
            <a:endParaRPr lang="en-US" dirty="0"/>
          </a:p>
          <a:p>
            <a:r>
              <a:rPr lang="en-US" dirty="0"/>
              <a:t>I want to flag something that connects directly back to Constantin's segmentation work. When Sequential Forward Selection chose which features to keep, it didn't retain all eight cluster affinities — it kept exactly four. And those four are Bags, Tops, Dresses, and Jackets — the precise clusters that the business profiling identified as the economic anchors of the platform.</a:t>
            </a:r>
          </a:p>
          <a:p>
            <a:endParaRPr lang="en-US" dirty="0"/>
          </a:p>
          <a:p>
            <a:r>
              <a:rPr lang="en-US" dirty="0"/>
              <a:t>The algorithm arrived at the same conclusion through a completely independent route. That's not a coincidence — it's validation. Product-level intelligence isn't just interpretable, it's genuinely predictive.</a:t>
            </a:r>
          </a:p>
          <a:p>
            <a:endParaRPr lang="en-US" dirty="0"/>
          </a:p>
          <a:p>
            <a:r>
              <a:rPr lang="en-US" dirty="0"/>
              <a:t>Style entropy — the diversity measure — dropped out once specific cluster affinities were included. Knowing which clusters a customer engages with turns out to be more precise than just knowing how broadly they engage</a:t>
            </a:r>
            <a:endParaRPr lang="de-DE" dirty="0"/>
          </a:p>
        </p:txBody>
      </p:sp>
      <p:sp>
        <p:nvSpPr>
          <p:cNvPr id="4" name="Foliennummernplatzhalter 3"/>
          <p:cNvSpPr>
            <a:spLocks noGrp="1"/>
          </p:cNvSpPr>
          <p:nvPr>
            <p:ph type="sldNum" sz="quarter" idx="5"/>
          </p:nvPr>
        </p:nvSpPr>
        <p:spPr/>
        <p:txBody>
          <a:bodyPr/>
          <a:lstStyle/>
          <a:p>
            <a:fld id="{F615DDFD-030C-4D5A-B33E-3A7E7538D2BE}" type="slidenum">
              <a:rPr lang="de-CH" smtClean="0"/>
              <a:t>7</a:t>
            </a:fld>
            <a:endParaRPr lang="de-CH"/>
          </a:p>
        </p:txBody>
      </p:sp>
    </p:spTree>
    <p:extLst>
      <p:ext uri="{BB962C8B-B14F-4D97-AF65-F5344CB8AC3E}">
        <p14:creationId xmlns:p14="http://schemas.microsoft.com/office/powerpoint/2010/main" val="901618502"/>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CBF995B-8CAC-C44C-6096-9A891D234B6B}"/>
            </a:ext>
          </a:extLst>
        </p:cNvPr>
        <p:cNvGrpSpPr/>
        <p:nvPr/>
      </p:nvGrpSpPr>
      <p:grpSpPr>
        <a:xfrm>
          <a:off x="0" y="0"/>
          <a:ext cx="0" cy="0"/>
          <a:chOff x="0" y="0"/>
          <a:chExt cx="0" cy="0"/>
        </a:xfrm>
      </p:grpSpPr>
      <p:sp>
        <p:nvSpPr>
          <p:cNvPr id="2" name="Folienbildplatzhalter 1">
            <a:extLst>
              <a:ext uri="{FF2B5EF4-FFF2-40B4-BE49-F238E27FC236}">
                <a16:creationId xmlns:a16="http://schemas.microsoft.com/office/drawing/2014/main" id="{EF72E027-A0A3-A178-160E-5618DD19F960}"/>
              </a:ext>
            </a:extLst>
          </p:cNvPr>
          <p:cNvSpPr>
            <a:spLocks noGrp="1" noRot="1" noChangeAspect="1"/>
          </p:cNvSpPr>
          <p:nvPr>
            <p:ph type="sldImg"/>
          </p:nvPr>
        </p:nvSpPr>
        <p:spPr/>
      </p:sp>
      <p:sp>
        <p:nvSpPr>
          <p:cNvPr id="3" name="Notizenplatzhalter 2">
            <a:extLst>
              <a:ext uri="{FF2B5EF4-FFF2-40B4-BE49-F238E27FC236}">
                <a16:creationId xmlns:a16="http://schemas.microsoft.com/office/drawing/2014/main" id="{E9FA8226-DD59-C7A6-B1DC-1BF90F0852BF}"/>
              </a:ext>
            </a:extLst>
          </p:cNvPr>
          <p:cNvSpPr>
            <a:spLocks noGrp="1"/>
          </p:cNvSpPr>
          <p:nvPr>
            <p:ph type="body" idx="1"/>
          </p:nvPr>
        </p:nvSpPr>
        <p:spPr/>
        <p:txBody>
          <a:bodyPr/>
          <a:lstStyle/>
          <a:p>
            <a:r>
              <a:rPr lang="en-US" i="0" dirty="0"/>
              <a:t>The churn classifier was built separately from the revenue model, using its own feature selection process. So it independently chose its own set of four predictors. And again you can see it uses RFM which seem to be strong predictors for churn too and one of them is Cluster 6 - Skirts</a:t>
            </a:r>
          </a:p>
          <a:p>
            <a:endParaRPr lang="en-US" i="0" dirty="0"/>
          </a:p>
          <a:p>
            <a:r>
              <a:rPr lang="en-US" i="0" dirty="0"/>
              <a:t>Here's why that matters: customers who engage with everyday fashion staples are less likely to churn. Customers who concentrate on Dresses or Bags — occasion wear — are the ones solving a one-time need and leaving. The classifier found that signal on its own, without being told anything about the affinity analysis. Two completely separate methods, same conclusion."</a:t>
            </a:r>
          </a:p>
          <a:p>
            <a:endParaRPr lang="en-US" i="0" dirty="0"/>
          </a:p>
        </p:txBody>
      </p:sp>
      <p:sp>
        <p:nvSpPr>
          <p:cNvPr id="4" name="Foliennummernplatzhalter 3">
            <a:extLst>
              <a:ext uri="{FF2B5EF4-FFF2-40B4-BE49-F238E27FC236}">
                <a16:creationId xmlns:a16="http://schemas.microsoft.com/office/drawing/2014/main" id="{6A9DF0DD-92E8-4F7E-C365-13890BA86449}"/>
              </a:ext>
            </a:extLst>
          </p:cNvPr>
          <p:cNvSpPr>
            <a:spLocks noGrp="1"/>
          </p:cNvSpPr>
          <p:nvPr>
            <p:ph type="sldNum" sz="quarter" idx="5"/>
          </p:nvPr>
        </p:nvSpPr>
        <p:spPr/>
        <p:txBody>
          <a:bodyPr/>
          <a:lstStyle/>
          <a:p>
            <a:fld id="{F615DDFD-030C-4D5A-B33E-3A7E7538D2BE}" type="slidenum">
              <a:rPr lang="de-CH" smtClean="0"/>
              <a:t>8</a:t>
            </a:fld>
            <a:endParaRPr lang="de-CH"/>
          </a:p>
        </p:txBody>
      </p:sp>
    </p:spTree>
    <p:extLst>
      <p:ext uri="{BB962C8B-B14F-4D97-AF65-F5344CB8AC3E}">
        <p14:creationId xmlns:p14="http://schemas.microsoft.com/office/powerpoint/2010/main" val="3147808469"/>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bildplatzhalter 1"/>
          <p:cNvSpPr>
            <a:spLocks noGrp="1" noRot="1" noChangeAspect="1"/>
          </p:cNvSpPr>
          <p:nvPr>
            <p:ph type="sldImg"/>
          </p:nvPr>
        </p:nvSpPr>
        <p:spPr/>
      </p:sp>
      <p:sp>
        <p:nvSpPr>
          <p:cNvPr id="3" name="Notizenplatzhalter 2"/>
          <p:cNvSpPr>
            <a:spLocks noGrp="1"/>
          </p:cNvSpPr>
          <p:nvPr>
            <p:ph type="body" idx="1"/>
          </p:nvPr>
        </p:nvSpPr>
        <p:spPr/>
        <p:txBody>
          <a:bodyPr/>
          <a:lstStyle/>
          <a:p>
            <a:r>
              <a:rPr lang="de-DE" dirty="0"/>
              <a:t>So </a:t>
            </a:r>
            <a:r>
              <a:rPr lang="de-DE" dirty="0" err="1"/>
              <a:t>would</a:t>
            </a:r>
            <a:r>
              <a:rPr lang="de-DE" dirty="0"/>
              <a:t> </a:t>
            </a:r>
            <a:r>
              <a:rPr lang="de-DE" dirty="0" err="1"/>
              <a:t>should</a:t>
            </a:r>
            <a:r>
              <a:rPr lang="de-DE" dirty="0"/>
              <a:t> </a:t>
            </a:r>
            <a:r>
              <a:rPr lang="de-DE" dirty="0" err="1"/>
              <a:t>Vibrent</a:t>
            </a:r>
            <a:r>
              <a:rPr lang="de-DE" dirty="0"/>
              <a:t> do with </a:t>
            </a:r>
            <a:r>
              <a:rPr lang="de-DE" dirty="0" err="1"/>
              <a:t>those</a:t>
            </a:r>
            <a:r>
              <a:rPr lang="de-DE" dirty="0"/>
              <a:t> </a:t>
            </a:r>
            <a:r>
              <a:rPr lang="de-DE" dirty="0" err="1"/>
              <a:t>information</a:t>
            </a:r>
            <a:endParaRPr lang="en-US" dirty="0"/>
          </a:p>
        </p:txBody>
      </p:sp>
      <p:sp>
        <p:nvSpPr>
          <p:cNvPr id="4" name="Foliennummernplatzhalter 3"/>
          <p:cNvSpPr>
            <a:spLocks noGrp="1"/>
          </p:cNvSpPr>
          <p:nvPr>
            <p:ph type="sldNum" sz="quarter" idx="5"/>
          </p:nvPr>
        </p:nvSpPr>
        <p:spPr/>
        <p:txBody>
          <a:bodyPr/>
          <a:lstStyle/>
          <a:p>
            <a:fld id="{F615DDFD-030C-4D5A-B33E-3A7E7538D2BE}" type="slidenum">
              <a:rPr lang="de-CH" smtClean="0"/>
              <a:t>9</a:t>
            </a:fld>
            <a:endParaRPr lang="de-CH"/>
          </a:p>
        </p:txBody>
      </p:sp>
    </p:spTree>
    <p:extLst>
      <p:ext uri="{BB962C8B-B14F-4D97-AF65-F5344CB8AC3E}">
        <p14:creationId xmlns:p14="http://schemas.microsoft.com/office/powerpoint/2010/main" val="1719610829"/>
      </p:ext>
    </p:extLst>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1.sv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1.sv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1.sv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2" Type="http://schemas.openxmlformats.org/officeDocument/2006/relationships/image" Target="../media/image1.svg"/><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2" Type="http://schemas.openxmlformats.org/officeDocument/2006/relationships/image" Target="../media/image2.svg"/><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2" Type="http://schemas.openxmlformats.org/officeDocument/2006/relationships/image" Target="../media/image3.svg"/><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2" Type="http://schemas.openxmlformats.org/officeDocument/2006/relationships/image" Target="../media/image3.svg"/><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2" Type="http://schemas.openxmlformats.org/officeDocument/2006/relationships/image" Target="../media/image3.svg"/><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2" Type="http://schemas.openxmlformats.org/officeDocument/2006/relationships/image" Target="../media/image3.svg"/><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2" Type="http://schemas.openxmlformats.org/officeDocument/2006/relationships/image" Target="../media/image3.svg"/><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2" Type="http://schemas.openxmlformats.org/officeDocument/2006/relationships/image" Target="../media/image3.svg"/><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2" Type="http://schemas.openxmlformats.org/officeDocument/2006/relationships/image" Target="../media/image3.svg"/><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2" Type="http://schemas.openxmlformats.org/officeDocument/2006/relationships/image" Target="../media/image3.svg"/><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2" Type="http://schemas.openxmlformats.org/officeDocument/2006/relationships/image" Target="../media/image3.svg"/><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2" Type="http://schemas.openxmlformats.org/officeDocument/2006/relationships/image" Target="../media/image1.svg"/><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Titelfolie 01">
    <p:spTree>
      <p:nvGrpSpPr>
        <p:cNvPr id="1" name=""/>
        <p:cNvGrpSpPr/>
        <p:nvPr/>
      </p:nvGrpSpPr>
      <p:grpSpPr>
        <a:xfrm>
          <a:off x="0" y="0"/>
          <a:ext cx="0" cy="0"/>
          <a:chOff x="0" y="0"/>
          <a:chExt cx="0" cy="0"/>
        </a:xfrm>
      </p:grpSpPr>
      <p:sp>
        <p:nvSpPr>
          <p:cNvPr id="5" name="Bildplatzhalter 4">
            <a:extLst>
              <a:ext uri="{FF2B5EF4-FFF2-40B4-BE49-F238E27FC236}">
                <a16:creationId xmlns:a16="http://schemas.microsoft.com/office/drawing/2014/main" id="{EB061823-3F7A-48C8-8477-B410C18AC1B7}"/>
              </a:ext>
            </a:extLst>
          </p:cNvPr>
          <p:cNvSpPr>
            <a:spLocks noGrp="1"/>
          </p:cNvSpPr>
          <p:nvPr>
            <p:ph type="pic" sz="quarter" idx="11"/>
          </p:nvPr>
        </p:nvSpPr>
        <p:spPr>
          <a:xfrm>
            <a:off x="731838" y="1016000"/>
            <a:ext cx="10728325" cy="5256000"/>
          </a:xfrm>
        </p:spPr>
        <p:txBody>
          <a:bodyPr lIns="5580000" tIns="0" rIns="0" anchor="ctr" anchorCtr="0"/>
          <a:lstStyle>
            <a:lvl1pPr marL="0" indent="0" algn="ctr">
              <a:buNone/>
              <a:defRPr/>
            </a:lvl1pPr>
          </a:lstStyle>
          <a:p>
            <a:r>
              <a:rPr lang="de-DE" noProof="0"/>
              <a:t>Bild durch Klicken auf Symbol hinzufügen</a:t>
            </a:r>
            <a:endParaRPr lang="de-CH" noProof="0"/>
          </a:p>
        </p:txBody>
      </p:sp>
      <p:sp>
        <p:nvSpPr>
          <p:cNvPr id="2" name="Titel 1">
            <a:extLst>
              <a:ext uri="{FF2B5EF4-FFF2-40B4-BE49-F238E27FC236}">
                <a16:creationId xmlns:a16="http://schemas.microsoft.com/office/drawing/2014/main" id="{3491294E-BEE7-4DA8-BBC8-88E1A7B07AEF}"/>
              </a:ext>
            </a:extLst>
          </p:cNvPr>
          <p:cNvSpPr>
            <a:spLocks noGrp="1"/>
          </p:cNvSpPr>
          <p:nvPr>
            <p:ph type="ctrTitle"/>
          </p:nvPr>
        </p:nvSpPr>
        <p:spPr>
          <a:xfrm>
            <a:off x="0" y="2233538"/>
            <a:ext cx="5904000" cy="2772000"/>
          </a:xfrm>
          <a:solidFill>
            <a:schemeClr val="accent1"/>
          </a:solidFill>
        </p:spPr>
        <p:txBody>
          <a:bodyPr lIns="1080000" tIns="252000" anchor="t" anchorCtr="0"/>
          <a:lstStyle>
            <a:lvl1pPr algn="l">
              <a:lnSpc>
                <a:spcPct val="100000"/>
              </a:lnSpc>
              <a:defRPr sz="3600">
                <a:solidFill>
                  <a:schemeClr val="bg1"/>
                </a:solidFill>
              </a:defRPr>
            </a:lvl1pPr>
          </a:lstStyle>
          <a:p>
            <a:r>
              <a:rPr lang="de-DE" noProof="0"/>
              <a:t>Mastertitelformat bearbeiten</a:t>
            </a:r>
            <a:endParaRPr lang="de-CH" noProof="0"/>
          </a:p>
        </p:txBody>
      </p:sp>
      <p:pic>
        <p:nvPicPr>
          <p:cNvPr id="10" name="Grafik 9">
            <a:extLst>
              <a:ext uri="{FF2B5EF4-FFF2-40B4-BE49-F238E27FC236}">
                <a16:creationId xmlns:a16="http://schemas.microsoft.com/office/drawing/2014/main" id="{0EE7317F-7892-4B0F-BA41-44765BB93F0C}"/>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a:off x="731838" y="360538"/>
            <a:ext cx="1765565" cy="288000"/>
          </a:xfrm>
          <a:prstGeom prst="rect">
            <a:avLst/>
          </a:prstGeom>
        </p:spPr>
      </p:pic>
      <p:sp>
        <p:nvSpPr>
          <p:cNvPr id="9" name="Bildplatzhalter 8">
            <a:extLst>
              <a:ext uri="{FF2B5EF4-FFF2-40B4-BE49-F238E27FC236}">
                <a16:creationId xmlns:a16="http://schemas.microsoft.com/office/drawing/2014/main" id="{C3C296D1-2CD0-479F-A866-6EC741D2293B}"/>
              </a:ext>
            </a:extLst>
          </p:cNvPr>
          <p:cNvSpPr>
            <a:spLocks noGrp="1"/>
          </p:cNvSpPr>
          <p:nvPr>
            <p:ph type="pic" sz="quarter" idx="12"/>
          </p:nvPr>
        </p:nvSpPr>
        <p:spPr>
          <a:xfrm>
            <a:off x="10200163" y="6489088"/>
            <a:ext cx="1260000" cy="180000"/>
          </a:xfrm>
        </p:spPr>
        <p:txBody>
          <a:bodyPr/>
          <a:lstStyle>
            <a:lvl1pPr marL="0" indent="0" algn="l">
              <a:buNone/>
              <a:defRPr sz="700"/>
            </a:lvl1pPr>
          </a:lstStyle>
          <a:p>
            <a:r>
              <a:rPr lang="de-DE" noProof="0"/>
              <a:t>Bild durch Klicken auf Symbol hinzufügen</a:t>
            </a:r>
            <a:endParaRPr lang="de-CH" noProof="0"/>
          </a:p>
        </p:txBody>
      </p:sp>
      <p:sp>
        <p:nvSpPr>
          <p:cNvPr id="4" name="Textplatzhalter 3">
            <a:extLst>
              <a:ext uri="{FF2B5EF4-FFF2-40B4-BE49-F238E27FC236}">
                <a16:creationId xmlns:a16="http://schemas.microsoft.com/office/drawing/2014/main" id="{EE41BE31-9613-4103-99FF-7DCFF643B329}"/>
              </a:ext>
            </a:extLst>
          </p:cNvPr>
          <p:cNvSpPr>
            <a:spLocks noGrp="1"/>
          </p:cNvSpPr>
          <p:nvPr>
            <p:ph type="body" sz="quarter" idx="13"/>
          </p:nvPr>
        </p:nvSpPr>
        <p:spPr>
          <a:xfrm>
            <a:off x="1078516" y="3860495"/>
            <a:ext cx="4680000" cy="1008000"/>
          </a:xfrm>
        </p:spPr>
        <p:txBody>
          <a:bodyPr/>
          <a:lstStyle>
            <a:lvl1pPr marL="0" indent="0">
              <a:lnSpc>
                <a:spcPct val="100000"/>
              </a:lnSpc>
              <a:spcBef>
                <a:spcPts val="0"/>
              </a:spcBef>
              <a:buNone/>
              <a:defRPr>
                <a:solidFill>
                  <a:schemeClr val="bg1"/>
                </a:solidFill>
              </a:defRPr>
            </a:lvl1pPr>
            <a:lvl2pPr marL="266700" indent="0">
              <a:lnSpc>
                <a:spcPct val="100000"/>
              </a:lnSpc>
              <a:spcBef>
                <a:spcPts val="0"/>
              </a:spcBef>
              <a:buNone/>
              <a:defRPr>
                <a:solidFill>
                  <a:schemeClr val="bg1"/>
                </a:solidFill>
              </a:defRPr>
            </a:lvl2pPr>
            <a:lvl3pPr marL="538163" indent="0">
              <a:lnSpc>
                <a:spcPct val="100000"/>
              </a:lnSpc>
              <a:spcBef>
                <a:spcPts val="0"/>
              </a:spcBef>
              <a:buNone/>
              <a:defRPr>
                <a:solidFill>
                  <a:schemeClr val="bg1"/>
                </a:solidFill>
              </a:defRPr>
            </a:lvl3pPr>
            <a:lvl4pPr marL="804862" indent="0">
              <a:lnSpc>
                <a:spcPct val="100000"/>
              </a:lnSpc>
              <a:spcBef>
                <a:spcPts val="0"/>
              </a:spcBef>
              <a:buNone/>
              <a:defRPr>
                <a:solidFill>
                  <a:schemeClr val="bg1"/>
                </a:solidFill>
              </a:defRPr>
            </a:lvl4pPr>
            <a:lvl5pPr marL="1076325" indent="0">
              <a:lnSpc>
                <a:spcPct val="100000"/>
              </a:lnSpc>
              <a:spcBef>
                <a:spcPts val="0"/>
              </a:spcBef>
              <a:buNone/>
              <a:defRPr>
                <a:solidFill>
                  <a:schemeClr val="bg1"/>
                </a:solidFill>
              </a:defRPr>
            </a:lvl5pPr>
          </a:lstStyle>
          <a:p>
            <a:pPr lvl="0"/>
            <a:r>
              <a:rPr lang="de-DE" noProof="0"/>
              <a:t>Mastertextformat bearbeiten</a:t>
            </a:r>
          </a:p>
        </p:txBody>
      </p:sp>
      <p:sp>
        <p:nvSpPr>
          <p:cNvPr id="6" name="Textplatzhalter 5">
            <a:extLst>
              <a:ext uri="{FF2B5EF4-FFF2-40B4-BE49-F238E27FC236}">
                <a16:creationId xmlns:a16="http://schemas.microsoft.com/office/drawing/2014/main" id="{EDEB298C-798E-4D73-9DD6-F896C06530C1}"/>
              </a:ext>
            </a:extLst>
          </p:cNvPr>
          <p:cNvSpPr>
            <a:spLocks noGrp="1"/>
          </p:cNvSpPr>
          <p:nvPr>
            <p:ph type="body" sz="quarter" idx="16" hasCustomPrompt="1"/>
          </p:nvPr>
        </p:nvSpPr>
        <p:spPr>
          <a:xfrm>
            <a:off x="9696449" y="316800"/>
            <a:ext cx="1800000" cy="360000"/>
          </a:xfrm>
        </p:spPr>
        <p:txBody>
          <a:bodyPr anchor="b" anchorCtr="0"/>
          <a:lstStyle>
            <a:lvl1pPr marL="0" indent="0" algn="l">
              <a:spcBef>
                <a:spcPts val="0"/>
              </a:spcBef>
              <a:buNone/>
              <a:defRPr sz="1150"/>
            </a:lvl1pPr>
            <a:lvl2pPr>
              <a:defRPr sz="1150"/>
            </a:lvl2pPr>
            <a:lvl3pPr>
              <a:defRPr sz="1150"/>
            </a:lvl3pPr>
            <a:lvl4pPr>
              <a:defRPr sz="1150"/>
            </a:lvl4pPr>
            <a:lvl5pPr>
              <a:defRPr sz="1150"/>
            </a:lvl5pPr>
          </a:lstStyle>
          <a:p>
            <a:pPr lvl="0"/>
            <a:r>
              <a:rPr lang="de-DE"/>
              <a:t>Organisationseinheit verbal</a:t>
            </a:r>
            <a:br>
              <a:rPr lang="de-DE"/>
            </a:br>
            <a:r>
              <a:rPr lang="de-DE"/>
              <a:t>optional auf 2 Zeilen</a:t>
            </a:r>
          </a:p>
        </p:txBody>
      </p:sp>
    </p:spTree>
    <p:extLst>
      <p:ext uri="{BB962C8B-B14F-4D97-AF65-F5344CB8AC3E}">
        <p14:creationId xmlns:p14="http://schemas.microsoft.com/office/powerpoint/2010/main" val="4293381049"/>
      </p:ext>
    </p:extLst>
  </p:cSld>
  <p:clrMapOvr>
    <a:masterClrMapping/>
  </p:clrMapOvr>
  <p:extLst>
    <p:ext uri="{DCECCB84-F9BA-43D5-87BE-67443E8EF086}">
      <p15:sldGuideLst xmlns:p15="http://schemas.microsoft.com/office/powerpoint/2012/main">
        <p15:guide id="2" pos="3840" userDrawn="1">
          <p15:clr>
            <a:srgbClr val="FBAE40"/>
          </p15:clr>
        </p15:guide>
        <p15:guide id="3" orient="horz" pos="640" userDrawn="1">
          <p15:clr>
            <a:srgbClr val="FBAE40"/>
          </p15:clr>
        </p15:guide>
        <p15:guide id="4" orient="horz" pos="3952" userDrawn="1">
          <p15:clr>
            <a:srgbClr val="FBAE40"/>
          </p15:clr>
        </p15:guide>
        <p15:guide id="5" pos="6108" userDrawn="1">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Titelfolie 02">
    <p:spTree>
      <p:nvGrpSpPr>
        <p:cNvPr id="1" name=""/>
        <p:cNvGrpSpPr/>
        <p:nvPr/>
      </p:nvGrpSpPr>
      <p:grpSpPr>
        <a:xfrm>
          <a:off x="0" y="0"/>
          <a:ext cx="0" cy="0"/>
          <a:chOff x="0" y="0"/>
          <a:chExt cx="0" cy="0"/>
        </a:xfrm>
      </p:grpSpPr>
      <p:sp>
        <p:nvSpPr>
          <p:cNvPr id="11" name="Bildplatzhalter 4">
            <a:extLst>
              <a:ext uri="{FF2B5EF4-FFF2-40B4-BE49-F238E27FC236}">
                <a16:creationId xmlns:a16="http://schemas.microsoft.com/office/drawing/2014/main" id="{8A01615F-450E-43D0-B554-DA3FBD48DF34}"/>
              </a:ext>
            </a:extLst>
          </p:cNvPr>
          <p:cNvSpPr>
            <a:spLocks noGrp="1"/>
          </p:cNvSpPr>
          <p:nvPr>
            <p:ph type="pic" sz="quarter" idx="11"/>
          </p:nvPr>
        </p:nvSpPr>
        <p:spPr>
          <a:xfrm>
            <a:off x="731838" y="1016000"/>
            <a:ext cx="10728325" cy="5256000"/>
          </a:xfrm>
        </p:spPr>
        <p:txBody>
          <a:bodyPr lIns="0" tIns="0" rIns="5580000" anchor="ctr" anchorCtr="0"/>
          <a:lstStyle>
            <a:lvl1pPr marL="0" indent="0" algn="ctr">
              <a:buNone/>
              <a:defRPr/>
            </a:lvl1pPr>
          </a:lstStyle>
          <a:p>
            <a:r>
              <a:rPr lang="de-DE" noProof="0"/>
              <a:t>Bild durch Klicken auf Symbol hinzufügen</a:t>
            </a:r>
            <a:endParaRPr lang="de-CH" noProof="0"/>
          </a:p>
        </p:txBody>
      </p:sp>
      <p:sp>
        <p:nvSpPr>
          <p:cNvPr id="2" name="Titel 1">
            <a:extLst>
              <a:ext uri="{FF2B5EF4-FFF2-40B4-BE49-F238E27FC236}">
                <a16:creationId xmlns:a16="http://schemas.microsoft.com/office/drawing/2014/main" id="{3491294E-BEE7-4DA8-BBC8-88E1A7B07AEF}"/>
              </a:ext>
            </a:extLst>
          </p:cNvPr>
          <p:cNvSpPr>
            <a:spLocks noGrp="1"/>
          </p:cNvSpPr>
          <p:nvPr>
            <p:ph type="ctrTitle"/>
          </p:nvPr>
        </p:nvSpPr>
        <p:spPr>
          <a:xfrm>
            <a:off x="6504000" y="2957494"/>
            <a:ext cx="5688000" cy="2268000"/>
          </a:xfrm>
          <a:solidFill>
            <a:schemeClr val="accent6"/>
          </a:solidFill>
        </p:spPr>
        <p:txBody>
          <a:bodyPr lIns="324000" tIns="252000" anchor="t" anchorCtr="0"/>
          <a:lstStyle>
            <a:lvl1pPr algn="l">
              <a:lnSpc>
                <a:spcPct val="100000"/>
              </a:lnSpc>
              <a:defRPr sz="3600">
                <a:solidFill>
                  <a:schemeClr val="bg1"/>
                </a:solidFill>
              </a:defRPr>
            </a:lvl1pPr>
          </a:lstStyle>
          <a:p>
            <a:r>
              <a:rPr lang="de-DE" noProof="0"/>
              <a:t>Mastertitelformat bearbeiten</a:t>
            </a:r>
            <a:endParaRPr lang="de-CH" noProof="0"/>
          </a:p>
        </p:txBody>
      </p:sp>
      <p:pic>
        <p:nvPicPr>
          <p:cNvPr id="10" name="Grafik 9">
            <a:extLst>
              <a:ext uri="{FF2B5EF4-FFF2-40B4-BE49-F238E27FC236}">
                <a16:creationId xmlns:a16="http://schemas.microsoft.com/office/drawing/2014/main" id="{0EE7317F-7892-4B0F-BA41-44765BB93F0C}"/>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a:off x="731838" y="360538"/>
            <a:ext cx="1765565" cy="288000"/>
          </a:xfrm>
          <a:prstGeom prst="rect">
            <a:avLst/>
          </a:prstGeom>
        </p:spPr>
      </p:pic>
      <p:sp>
        <p:nvSpPr>
          <p:cNvPr id="9" name="Textplatzhalter 3">
            <a:extLst>
              <a:ext uri="{FF2B5EF4-FFF2-40B4-BE49-F238E27FC236}">
                <a16:creationId xmlns:a16="http://schemas.microsoft.com/office/drawing/2014/main" id="{003A487C-8977-4264-A8A1-D6C1DB604682}"/>
              </a:ext>
            </a:extLst>
          </p:cNvPr>
          <p:cNvSpPr>
            <a:spLocks noGrp="1"/>
          </p:cNvSpPr>
          <p:nvPr>
            <p:ph type="body" sz="quarter" idx="13"/>
          </p:nvPr>
        </p:nvSpPr>
        <p:spPr>
          <a:xfrm>
            <a:off x="6845210" y="4639666"/>
            <a:ext cx="4320000" cy="468000"/>
          </a:xfrm>
        </p:spPr>
        <p:txBody>
          <a:bodyPr/>
          <a:lstStyle>
            <a:lvl1pPr marL="0" indent="0">
              <a:lnSpc>
                <a:spcPct val="100000"/>
              </a:lnSpc>
              <a:spcBef>
                <a:spcPts val="0"/>
              </a:spcBef>
              <a:buNone/>
              <a:defRPr>
                <a:solidFill>
                  <a:schemeClr val="bg1"/>
                </a:solidFill>
              </a:defRPr>
            </a:lvl1pPr>
            <a:lvl2pPr marL="266700" indent="0">
              <a:lnSpc>
                <a:spcPct val="100000"/>
              </a:lnSpc>
              <a:spcBef>
                <a:spcPts val="0"/>
              </a:spcBef>
              <a:buNone/>
              <a:defRPr>
                <a:solidFill>
                  <a:schemeClr val="bg1"/>
                </a:solidFill>
              </a:defRPr>
            </a:lvl2pPr>
            <a:lvl3pPr marL="538163" indent="0">
              <a:lnSpc>
                <a:spcPct val="100000"/>
              </a:lnSpc>
              <a:spcBef>
                <a:spcPts val="0"/>
              </a:spcBef>
              <a:buNone/>
              <a:defRPr>
                <a:solidFill>
                  <a:schemeClr val="bg1"/>
                </a:solidFill>
              </a:defRPr>
            </a:lvl3pPr>
            <a:lvl4pPr marL="804862" indent="0">
              <a:lnSpc>
                <a:spcPct val="100000"/>
              </a:lnSpc>
              <a:spcBef>
                <a:spcPts val="0"/>
              </a:spcBef>
              <a:buNone/>
              <a:defRPr>
                <a:solidFill>
                  <a:schemeClr val="bg1"/>
                </a:solidFill>
              </a:defRPr>
            </a:lvl4pPr>
            <a:lvl5pPr marL="1076325" indent="0">
              <a:lnSpc>
                <a:spcPct val="100000"/>
              </a:lnSpc>
              <a:spcBef>
                <a:spcPts val="0"/>
              </a:spcBef>
              <a:buNone/>
              <a:defRPr>
                <a:solidFill>
                  <a:schemeClr val="bg1"/>
                </a:solidFill>
              </a:defRPr>
            </a:lvl5pPr>
          </a:lstStyle>
          <a:p>
            <a:pPr lvl="0"/>
            <a:r>
              <a:rPr lang="de-DE" noProof="0"/>
              <a:t>Mastertextformat bearbeiten</a:t>
            </a:r>
          </a:p>
        </p:txBody>
      </p:sp>
      <p:sp>
        <p:nvSpPr>
          <p:cNvPr id="13" name="Bildplatzhalter 8">
            <a:extLst>
              <a:ext uri="{FF2B5EF4-FFF2-40B4-BE49-F238E27FC236}">
                <a16:creationId xmlns:a16="http://schemas.microsoft.com/office/drawing/2014/main" id="{E91D3734-CD8F-4F94-A813-570EF31C4732}"/>
              </a:ext>
            </a:extLst>
          </p:cNvPr>
          <p:cNvSpPr>
            <a:spLocks noGrp="1"/>
          </p:cNvSpPr>
          <p:nvPr>
            <p:ph type="pic" sz="quarter" idx="12"/>
          </p:nvPr>
        </p:nvSpPr>
        <p:spPr>
          <a:xfrm>
            <a:off x="10200163" y="6489088"/>
            <a:ext cx="1260000" cy="180000"/>
          </a:xfrm>
        </p:spPr>
        <p:txBody>
          <a:bodyPr/>
          <a:lstStyle>
            <a:lvl1pPr marL="0" indent="0" algn="l">
              <a:buNone/>
              <a:defRPr sz="700"/>
            </a:lvl1pPr>
          </a:lstStyle>
          <a:p>
            <a:r>
              <a:rPr lang="de-DE" noProof="0"/>
              <a:t>Bild durch Klicken auf Symbol hinzufügen</a:t>
            </a:r>
            <a:endParaRPr lang="de-CH" noProof="0"/>
          </a:p>
        </p:txBody>
      </p:sp>
      <p:sp>
        <p:nvSpPr>
          <p:cNvPr id="8" name="Textplatzhalter 5">
            <a:extLst>
              <a:ext uri="{FF2B5EF4-FFF2-40B4-BE49-F238E27FC236}">
                <a16:creationId xmlns:a16="http://schemas.microsoft.com/office/drawing/2014/main" id="{547D2927-4A99-4714-8EBA-F773EAA26308}"/>
              </a:ext>
            </a:extLst>
          </p:cNvPr>
          <p:cNvSpPr>
            <a:spLocks noGrp="1"/>
          </p:cNvSpPr>
          <p:nvPr>
            <p:ph type="body" sz="quarter" idx="16" hasCustomPrompt="1"/>
          </p:nvPr>
        </p:nvSpPr>
        <p:spPr>
          <a:xfrm>
            <a:off x="9696449" y="316800"/>
            <a:ext cx="1800000" cy="360000"/>
          </a:xfrm>
        </p:spPr>
        <p:txBody>
          <a:bodyPr anchor="b" anchorCtr="0"/>
          <a:lstStyle>
            <a:lvl1pPr marL="0" indent="0" algn="l">
              <a:spcBef>
                <a:spcPts val="0"/>
              </a:spcBef>
              <a:buNone/>
              <a:defRPr sz="1150"/>
            </a:lvl1pPr>
            <a:lvl2pPr>
              <a:defRPr sz="1150"/>
            </a:lvl2pPr>
            <a:lvl3pPr>
              <a:defRPr sz="1150"/>
            </a:lvl3pPr>
            <a:lvl4pPr>
              <a:defRPr sz="1150"/>
            </a:lvl4pPr>
            <a:lvl5pPr>
              <a:defRPr sz="1150"/>
            </a:lvl5pPr>
          </a:lstStyle>
          <a:p>
            <a:pPr lvl="0"/>
            <a:r>
              <a:rPr lang="de-DE"/>
              <a:t>Organisationseinheit verbal</a:t>
            </a:r>
            <a:br>
              <a:rPr lang="de-DE"/>
            </a:br>
            <a:r>
              <a:rPr lang="de-DE"/>
              <a:t>optional auf 2 Zeilen</a:t>
            </a:r>
          </a:p>
        </p:txBody>
      </p:sp>
    </p:spTree>
    <p:extLst>
      <p:ext uri="{BB962C8B-B14F-4D97-AF65-F5344CB8AC3E}">
        <p14:creationId xmlns:p14="http://schemas.microsoft.com/office/powerpoint/2010/main" val="100241141"/>
      </p:ext>
    </p:extLst>
  </p:cSld>
  <p:clrMapOvr>
    <a:masterClrMapping/>
  </p:clrMapOvr>
  <p:extLst>
    <p:ext uri="{DCECCB84-F9BA-43D5-87BE-67443E8EF086}">
      <p15:sldGuideLst xmlns:p15="http://schemas.microsoft.com/office/powerpoint/2012/main">
        <p15:guide id="3" orient="horz" pos="640">
          <p15:clr>
            <a:srgbClr val="FBAE40"/>
          </p15:clr>
        </p15:guide>
        <p15:guide id="4" orient="horz" pos="3952">
          <p15:clr>
            <a:srgbClr val="FBAE40"/>
          </p15:clr>
        </p15:guide>
      </p15:sldGuideLst>
    </p:ext>
  </p:extLst>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Titelfolie 03">
    <p:spTree>
      <p:nvGrpSpPr>
        <p:cNvPr id="1" name=""/>
        <p:cNvGrpSpPr/>
        <p:nvPr/>
      </p:nvGrpSpPr>
      <p:grpSpPr>
        <a:xfrm>
          <a:off x="0" y="0"/>
          <a:ext cx="0" cy="0"/>
          <a:chOff x="0" y="0"/>
          <a:chExt cx="0" cy="0"/>
        </a:xfrm>
      </p:grpSpPr>
      <p:sp>
        <p:nvSpPr>
          <p:cNvPr id="3" name="Rechteck 2">
            <a:extLst>
              <a:ext uri="{FF2B5EF4-FFF2-40B4-BE49-F238E27FC236}">
                <a16:creationId xmlns:a16="http://schemas.microsoft.com/office/drawing/2014/main" id="{62D94F76-218E-49F2-87F8-05982912ED18}"/>
              </a:ext>
            </a:extLst>
          </p:cNvPr>
          <p:cNvSpPr/>
          <p:nvPr userDrawn="1"/>
        </p:nvSpPr>
        <p:spPr>
          <a:xfrm>
            <a:off x="731838" y="1016000"/>
            <a:ext cx="10728325" cy="5257800"/>
          </a:xfrm>
          <a:prstGeom prst="rect">
            <a:avLst/>
          </a:prstGeom>
          <a:solidFill>
            <a:srgbClr val="8E671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CH" noProof="0"/>
          </a:p>
        </p:txBody>
      </p:sp>
      <p:sp>
        <p:nvSpPr>
          <p:cNvPr id="2" name="Titel 1">
            <a:extLst>
              <a:ext uri="{FF2B5EF4-FFF2-40B4-BE49-F238E27FC236}">
                <a16:creationId xmlns:a16="http://schemas.microsoft.com/office/drawing/2014/main" id="{3491294E-BEE7-4DA8-BBC8-88E1A7B07AEF}"/>
              </a:ext>
            </a:extLst>
          </p:cNvPr>
          <p:cNvSpPr>
            <a:spLocks noGrp="1"/>
          </p:cNvSpPr>
          <p:nvPr>
            <p:ph type="ctrTitle"/>
          </p:nvPr>
        </p:nvSpPr>
        <p:spPr>
          <a:xfrm>
            <a:off x="-1" y="1940405"/>
            <a:ext cx="10188000" cy="3420000"/>
          </a:xfrm>
          <a:solidFill>
            <a:schemeClr val="accent3"/>
          </a:solidFill>
          <a:ln>
            <a:noFill/>
          </a:ln>
        </p:spPr>
        <p:txBody>
          <a:bodyPr lIns="1080000" tIns="252000" anchor="t" anchorCtr="0"/>
          <a:lstStyle>
            <a:lvl1pPr algn="l">
              <a:lnSpc>
                <a:spcPct val="100000"/>
              </a:lnSpc>
              <a:defRPr sz="3600">
                <a:solidFill>
                  <a:schemeClr val="bg1"/>
                </a:solidFill>
              </a:defRPr>
            </a:lvl1pPr>
          </a:lstStyle>
          <a:p>
            <a:r>
              <a:rPr lang="de-DE" noProof="0"/>
              <a:t>Mastertitelformat bearbeiten</a:t>
            </a:r>
            <a:endParaRPr lang="de-CH" noProof="0"/>
          </a:p>
        </p:txBody>
      </p:sp>
      <p:pic>
        <p:nvPicPr>
          <p:cNvPr id="10" name="Grafik 9">
            <a:extLst>
              <a:ext uri="{FF2B5EF4-FFF2-40B4-BE49-F238E27FC236}">
                <a16:creationId xmlns:a16="http://schemas.microsoft.com/office/drawing/2014/main" id="{0EE7317F-7892-4B0F-BA41-44765BB93F0C}"/>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a:off x="731838" y="360538"/>
            <a:ext cx="1765565" cy="288000"/>
          </a:xfrm>
          <a:prstGeom prst="rect">
            <a:avLst/>
          </a:prstGeom>
        </p:spPr>
      </p:pic>
      <p:sp>
        <p:nvSpPr>
          <p:cNvPr id="7" name="Textplatzhalter 3">
            <a:extLst>
              <a:ext uri="{FF2B5EF4-FFF2-40B4-BE49-F238E27FC236}">
                <a16:creationId xmlns:a16="http://schemas.microsoft.com/office/drawing/2014/main" id="{0503E57F-F89F-431B-8D38-7CC97B7C201A}"/>
              </a:ext>
            </a:extLst>
          </p:cNvPr>
          <p:cNvSpPr>
            <a:spLocks noGrp="1"/>
          </p:cNvSpPr>
          <p:nvPr>
            <p:ph type="body" sz="quarter" idx="13"/>
          </p:nvPr>
        </p:nvSpPr>
        <p:spPr>
          <a:xfrm>
            <a:off x="1078516" y="4217884"/>
            <a:ext cx="8640000" cy="1008000"/>
          </a:xfrm>
        </p:spPr>
        <p:txBody>
          <a:bodyPr/>
          <a:lstStyle>
            <a:lvl1pPr marL="0" indent="0">
              <a:lnSpc>
                <a:spcPct val="100000"/>
              </a:lnSpc>
              <a:spcBef>
                <a:spcPts val="0"/>
              </a:spcBef>
              <a:buNone/>
              <a:defRPr>
                <a:solidFill>
                  <a:schemeClr val="bg1"/>
                </a:solidFill>
              </a:defRPr>
            </a:lvl1pPr>
            <a:lvl2pPr marL="266700" indent="0">
              <a:lnSpc>
                <a:spcPct val="100000"/>
              </a:lnSpc>
              <a:spcBef>
                <a:spcPts val="0"/>
              </a:spcBef>
              <a:buNone/>
              <a:defRPr>
                <a:solidFill>
                  <a:schemeClr val="bg1"/>
                </a:solidFill>
              </a:defRPr>
            </a:lvl2pPr>
            <a:lvl3pPr marL="538163" indent="0">
              <a:lnSpc>
                <a:spcPct val="100000"/>
              </a:lnSpc>
              <a:spcBef>
                <a:spcPts val="0"/>
              </a:spcBef>
              <a:buNone/>
              <a:defRPr>
                <a:solidFill>
                  <a:schemeClr val="bg1"/>
                </a:solidFill>
              </a:defRPr>
            </a:lvl3pPr>
            <a:lvl4pPr marL="804862" indent="0">
              <a:lnSpc>
                <a:spcPct val="100000"/>
              </a:lnSpc>
              <a:spcBef>
                <a:spcPts val="0"/>
              </a:spcBef>
              <a:buNone/>
              <a:defRPr>
                <a:solidFill>
                  <a:schemeClr val="bg1"/>
                </a:solidFill>
              </a:defRPr>
            </a:lvl4pPr>
            <a:lvl5pPr marL="1076325" indent="0">
              <a:lnSpc>
                <a:spcPct val="100000"/>
              </a:lnSpc>
              <a:spcBef>
                <a:spcPts val="0"/>
              </a:spcBef>
              <a:buNone/>
              <a:defRPr>
                <a:solidFill>
                  <a:schemeClr val="bg1"/>
                </a:solidFill>
              </a:defRPr>
            </a:lvl5pPr>
          </a:lstStyle>
          <a:p>
            <a:pPr lvl="0"/>
            <a:r>
              <a:rPr lang="de-DE" noProof="0"/>
              <a:t>Mastertextformat bearbeiten</a:t>
            </a:r>
          </a:p>
        </p:txBody>
      </p:sp>
      <p:sp>
        <p:nvSpPr>
          <p:cNvPr id="12" name="Bildplatzhalter 8">
            <a:extLst>
              <a:ext uri="{FF2B5EF4-FFF2-40B4-BE49-F238E27FC236}">
                <a16:creationId xmlns:a16="http://schemas.microsoft.com/office/drawing/2014/main" id="{1BEB6197-C509-4752-B57E-CEE955F5D926}"/>
              </a:ext>
            </a:extLst>
          </p:cNvPr>
          <p:cNvSpPr>
            <a:spLocks noGrp="1"/>
          </p:cNvSpPr>
          <p:nvPr>
            <p:ph type="pic" sz="quarter" idx="12"/>
          </p:nvPr>
        </p:nvSpPr>
        <p:spPr>
          <a:xfrm>
            <a:off x="10200163" y="6489088"/>
            <a:ext cx="1260000" cy="180000"/>
          </a:xfrm>
        </p:spPr>
        <p:txBody>
          <a:bodyPr/>
          <a:lstStyle>
            <a:lvl1pPr marL="0" indent="0" algn="l">
              <a:buNone/>
              <a:defRPr sz="700"/>
            </a:lvl1pPr>
          </a:lstStyle>
          <a:p>
            <a:r>
              <a:rPr lang="de-DE" noProof="0"/>
              <a:t>Bild durch Klicken auf Symbol hinzufügen</a:t>
            </a:r>
            <a:endParaRPr lang="de-CH" noProof="0"/>
          </a:p>
        </p:txBody>
      </p:sp>
      <p:sp>
        <p:nvSpPr>
          <p:cNvPr id="8" name="Textplatzhalter 5">
            <a:extLst>
              <a:ext uri="{FF2B5EF4-FFF2-40B4-BE49-F238E27FC236}">
                <a16:creationId xmlns:a16="http://schemas.microsoft.com/office/drawing/2014/main" id="{4ADF7DEC-21BD-45CA-9E91-B9F58A69F621}"/>
              </a:ext>
            </a:extLst>
          </p:cNvPr>
          <p:cNvSpPr>
            <a:spLocks noGrp="1"/>
          </p:cNvSpPr>
          <p:nvPr>
            <p:ph type="body" sz="quarter" idx="16" hasCustomPrompt="1"/>
          </p:nvPr>
        </p:nvSpPr>
        <p:spPr>
          <a:xfrm>
            <a:off x="9696449" y="316800"/>
            <a:ext cx="1800000" cy="360000"/>
          </a:xfrm>
        </p:spPr>
        <p:txBody>
          <a:bodyPr anchor="b" anchorCtr="0"/>
          <a:lstStyle>
            <a:lvl1pPr marL="0" indent="0" algn="l">
              <a:spcBef>
                <a:spcPts val="0"/>
              </a:spcBef>
              <a:buNone/>
              <a:defRPr sz="1150"/>
            </a:lvl1pPr>
            <a:lvl2pPr>
              <a:defRPr sz="1150"/>
            </a:lvl2pPr>
            <a:lvl3pPr>
              <a:defRPr sz="1150"/>
            </a:lvl3pPr>
            <a:lvl4pPr>
              <a:defRPr sz="1150"/>
            </a:lvl4pPr>
            <a:lvl5pPr>
              <a:defRPr sz="1150"/>
            </a:lvl5pPr>
          </a:lstStyle>
          <a:p>
            <a:pPr lvl="0"/>
            <a:r>
              <a:rPr lang="de-DE"/>
              <a:t>Organisationseinheit verbal</a:t>
            </a:r>
            <a:br>
              <a:rPr lang="de-DE"/>
            </a:br>
            <a:r>
              <a:rPr lang="de-DE"/>
              <a:t>optional auf 2 Zeilen</a:t>
            </a:r>
          </a:p>
        </p:txBody>
      </p:sp>
    </p:spTree>
    <p:extLst>
      <p:ext uri="{BB962C8B-B14F-4D97-AF65-F5344CB8AC3E}">
        <p14:creationId xmlns:p14="http://schemas.microsoft.com/office/powerpoint/2010/main" val="3924069494"/>
      </p:ext>
    </p:extLst>
  </p:cSld>
  <p:clrMapOvr>
    <a:masterClrMapping/>
  </p:clrMapOvr>
  <p:extLst>
    <p:ext uri="{DCECCB84-F9BA-43D5-87BE-67443E8EF086}">
      <p15:sldGuideLst xmlns:p15="http://schemas.microsoft.com/office/powerpoint/2012/main">
        <p15:guide id="3" orient="horz" pos="640">
          <p15:clr>
            <a:srgbClr val="FBAE40"/>
          </p15:clr>
        </p15:guide>
        <p15:guide id="4" orient="horz" pos="3952">
          <p15:clr>
            <a:srgbClr val="FBAE40"/>
          </p15:clr>
        </p15:guide>
      </p15:sldGuideLst>
    </p:ext>
  </p:extLst>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Titelfolie 04">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3491294E-BEE7-4DA8-BBC8-88E1A7B07AEF}"/>
              </a:ext>
            </a:extLst>
          </p:cNvPr>
          <p:cNvSpPr>
            <a:spLocks noGrp="1"/>
          </p:cNvSpPr>
          <p:nvPr>
            <p:ph type="ctrTitle"/>
          </p:nvPr>
        </p:nvSpPr>
        <p:spPr>
          <a:xfrm>
            <a:off x="731837" y="1016000"/>
            <a:ext cx="10728326" cy="5256000"/>
          </a:xfrm>
          <a:solidFill>
            <a:schemeClr val="accent6"/>
          </a:solidFill>
          <a:ln>
            <a:noFill/>
          </a:ln>
        </p:spPr>
        <p:txBody>
          <a:bodyPr lIns="324000" tIns="1152000" anchor="t" anchorCtr="0"/>
          <a:lstStyle>
            <a:lvl1pPr algn="l">
              <a:lnSpc>
                <a:spcPct val="100000"/>
              </a:lnSpc>
              <a:defRPr sz="3600">
                <a:solidFill>
                  <a:schemeClr val="bg1"/>
                </a:solidFill>
              </a:defRPr>
            </a:lvl1pPr>
          </a:lstStyle>
          <a:p>
            <a:r>
              <a:rPr lang="de-DE" noProof="0"/>
              <a:t>Mastertitelformat bearbeiten</a:t>
            </a:r>
            <a:endParaRPr lang="de-CH" noProof="0"/>
          </a:p>
        </p:txBody>
      </p:sp>
      <p:pic>
        <p:nvPicPr>
          <p:cNvPr id="10" name="Grafik 9">
            <a:extLst>
              <a:ext uri="{FF2B5EF4-FFF2-40B4-BE49-F238E27FC236}">
                <a16:creationId xmlns:a16="http://schemas.microsoft.com/office/drawing/2014/main" id="{0EE7317F-7892-4B0F-BA41-44765BB93F0C}"/>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a:off x="731838" y="360538"/>
            <a:ext cx="1765565" cy="288000"/>
          </a:xfrm>
          <a:prstGeom prst="rect">
            <a:avLst/>
          </a:prstGeom>
        </p:spPr>
      </p:pic>
      <p:sp>
        <p:nvSpPr>
          <p:cNvPr id="6" name="Textplatzhalter 3">
            <a:extLst>
              <a:ext uri="{FF2B5EF4-FFF2-40B4-BE49-F238E27FC236}">
                <a16:creationId xmlns:a16="http://schemas.microsoft.com/office/drawing/2014/main" id="{5FCAD79B-EF47-46A0-9575-229F3DAA72F5}"/>
              </a:ext>
            </a:extLst>
          </p:cNvPr>
          <p:cNvSpPr>
            <a:spLocks noGrp="1"/>
          </p:cNvSpPr>
          <p:nvPr>
            <p:ph type="body" sz="quarter" idx="13"/>
          </p:nvPr>
        </p:nvSpPr>
        <p:spPr>
          <a:xfrm>
            <a:off x="1078515" y="5122625"/>
            <a:ext cx="10044000" cy="1008000"/>
          </a:xfrm>
        </p:spPr>
        <p:txBody>
          <a:bodyPr/>
          <a:lstStyle>
            <a:lvl1pPr marL="0" indent="0">
              <a:lnSpc>
                <a:spcPct val="100000"/>
              </a:lnSpc>
              <a:spcBef>
                <a:spcPts val="0"/>
              </a:spcBef>
              <a:buNone/>
              <a:defRPr>
                <a:solidFill>
                  <a:schemeClr val="bg1"/>
                </a:solidFill>
              </a:defRPr>
            </a:lvl1pPr>
            <a:lvl2pPr marL="266700" indent="0">
              <a:lnSpc>
                <a:spcPct val="100000"/>
              </a:lnSpc>
              <a:spcBef>
                <a:spcPts val="0"/>
              </a:spcBef>
              <a:buNone/>
              <a:defRPr>
                <a:solidFill>
                  <a:schemeClr val="bg1"/>
                </a:solidFill>
              </a:defRPr>
            </a:lvl2pPr>
            <a:lvl3pPr marL="538163" indent="0">
              <a:lnSpc>
                <a:spcPct val="100000"/>
              </a:lnSpc>
              <a:spcBef>
                <a:spcPts val="0"/>
              </a:spcBef>
              <a:buNone/>
              <a:defRPr>
                <a:solidFill>
                  <a:schemeClr val="bg1"/>
                </a:solidFill>
              </a:defRPr>
            </a:lvl3pPr>
            <a:lvl4pPr marL="804862" indent="0">
              <a:lnSpc>
                <a:spcPct val="100000"/>
              </a:lnSpc>
              <a:spcBef>
                <a:spcPts val="0"/>
              </a:spcBef>
              <a:buNone/>
              <a:defRPr>
                <a:solidFill>
                  <a:schemeClr val="bg1"/>
                </a:solidFill>
              </a:defRPr>
            </a:lvl4pPr>
            <a:lvl5pPr marL="1076325" indent="0">
              <a:lnSpc>
                <a:spcPct val="100000"/>
              </a:lnSpc>
              <a:spcBef>
                <a:spcPts val="0"/>
              </a:spcBef>
              <a:buNone/>
              <a:defRPr>
                <a:solidFill>
                  <a:schemeClr val="bg1"/>
                </a:solidFill>
              </a:defRPr>
            </a:lvl5pPr>
          </a:lstStyle>
          <a:p>
            <a:pPr lvl="0"/>
            <a:r>
              <a:rPr lang="de-DE" noProof="0"/>
              <a:t>Mastertextformat bearbeiten</a:t>
            </a:r>
          </a:p>
        </p:txBody>
      </p:sp>
      <p:sp>
        <p:nvSpPr>
          <p:cNvPr id="8" name="Bildplatzhalter 8">
            <a:extLst>
              <a:ext uri="{FF2B5EF4-FFF2-40B4-BE49-F238E27FC236}">
                <a16:creationId xmlns:a16="http://schemas.microsoft.com/office/drawing/2014/main" id="{72236FC6-C8FF-43C1-86B9-BF112345926F}"/>
              </a:ext>
            </a:extLst>
          </p:cNvPr>
          <p:cNvSpPr>
            <a:spLocks noGrp="1"/>
          </p:cNvSpPr>
          <p:nvPr>
            <p:ph type="pic" sz="quarter" idx="12"/>
          </p:nvPr>
        </p:nvSpPr>
        <p:spPr>
          <a:xfrm>
            <a:off x="10200163" y="6489088"/>
            <a:ext cx="1260000" cy="180000"/>
          </a:xfrm>
        </p:spPr>
        <p:txBody>
          <a:bodyPr/>
          <a:lstStyle>
            <a:lvl1pPr marL="0" indent="0" algn="l">
              <a:buNone/>
              <a:defRPr sz="700"/>
            </a:lvl1pPr>
          </a:lstStyle>
          <a:p>
            <a:r>
              <a:rPr lang="de-DE" noProof="0"/>
              <a:t>Bild durch Klicken auf Symbol hinzufügen</a:t>
            </a:r>
            <a:endParaRPr lang="de-CH" noProof="0"/>
          </a:p>
        </p:txBody>
      </p:sp>
      <p:sp>
        <p:nvSpPr>
          <p:cNvPr id="7" name="Textplatzhalter 5">
            <a:extLst>
              <a:ext uri="{FF2B5EF4-FFF2-40B4-BE49-F238E27FC236}">
                <a16:creationId xmlns:a16="http://schemas.microsoft.com/office/drawing/2014/main" id="{789A3267-E086-4EC3-A0BB-F8ECD01A5C7E}"/>
              </a:ext>
            </a:extLst>
          </p:cNvPr>
          <p:cNvSpPr>
            <a:spLocks noGrp="1"/>
          </p:cNvSpPr>
          <p:nvPr>
            <p:ph type="body" sz="quarter" idx="16" hasCustomPrompt="1"/>
          </p:nvPr>
        </p:nvSpPr>
        <p:spPr>
          <a:xfrm>
            <a:off x="9696449" y="316800"/>
            <a:ext cx="1800000" cy="360000"/>
          </a:xfrm>
        </p:spPr>
        <p:txBody>
          <a:bodyPr anchor="b" anchorCtr="0"/>
          <a:lstStyle>
            <a:lvl1pPr marL="0" indent="0" algn="l">
              <a:spcBef>
                <a:spcPts val="0"/>
              </a:spcBef>
              <a:buNone/>
              <a:defRPr sz="1150"/>
            </a:lvl1pPr>
            <a:lvl2pPr>
              <a:defRPr sz="1150"/>
            </a:lvl2pPr>
            <a:lvl3pPr>
              <a:defRPr sz="1150"/>
            </a:lvl3pPr>
            <a:lvl4pPr>
              <a:defRPr sz="1150"/>
            </a:lvl4pPr>
            <a:lvl5pPr>
              <a:defRPr sz="1150"/>
            </a:lvl5pPr>
          </a:lstStyle>
          <a:p>
            <a:pPr lvl="0"/>
            <a:r>
              <a:rPr lang="de-DE"/>
              <a:t>Organisationseinheit verbal</a:t>
            </a:r>
            <a:br>
              <a:rPr lang="de-DE"/>
            </a:br>
            <a:r>
              <a:rPr lang="de-DE"/>
              <a:t>optional auf 2 Zeilen</a:t>
            </a:r>
          </a:p>
        </p:txBody>
      </p:sp>
    </p:spTree>
    <p:extLst>
      <p:ext uri="{BB962C8B-B14F-4D97-AF65-F5344CB8AC3E}">
        <p14:creationId xmlns:p14="http://schemas.microsoft.com/office/powerpoint/2010/main" val="732532068"/>
      </p:ext>
    </p:extLst>
  </p:cSld>
  <p:clrMapOvr>
    <a:masterClrMapping/>
  </p:clrMapOvr>
  <p:extLst>
    <p:ext uri="{DCECCB84-F9BA-43D5-87BE-67443E8EF086}">
      <p15:sldGuideLst xmlns:p15="http://schemas.microsoft.com/office/powerpoint/2012/main">
        <p15:guide id="3" orient="horz" pos="640">
          <p15:clr>
            <a:srgbClr val="FBAE40"/>
          </p15:clr>
        </p15:guide>
        <p15:guide id="4" orient="horz" pos="3952">
          <p15:clr>
            <a:srgbClr val="FBAE40"/>
          </p15:clr>
        </p15:guide>
      </p15:sldGuideLst>
    </p:ext>
  </p:extLst>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Titelfolie 04 – Uni Zürich">
    <p:spTree>
      <p:nvGrpSpPr>
        <p:cNvPr id="1" name=""/>
        <p:cNvGrpSpPr/>
        <p:nvPr/>
      </p:nvGrpSpPr>
      <p:grpSpPr>
        <a:xfrm>
          <a:off x="0" y="0"/>
          <a:ext cx="0" cy="0"/>
          <a:chOff x="0" y="0"/>
          <a:chExt cx="0" cy="0"/>
        </a:xfrm>
      </p:grpSpPr>
      <p:sp>
        <p:nvSpPr>
          <p:cNvPr id="5" name="Bildplatzhalter 4">
            <a:extLst>
              <a:ext uri="{FF2B5EF4-FFF2-40B4-BE49-F238E27FC236}">
                <a16:creationId xmlns:a16="http://schemas.microsoft.com/office/drawing/2014/main" id="{EB061823-3F7A-48C8-8477-B410C18AC1B7}"/>
              </a:ext>
            </a:extLst>
          </p:cNvPr>
          <p:cNvSpPr>
            <a:spLocks noGrp="1"/>
          </p:cNvSpPr>
          <p:nvPr>
            <p:ph type="pic" sz="quarter" idx="11"/>
          </p:nvPr>
        </p:nvSpPr>
        <p:spPr>
          <a:xfrm>
            <a:off x="731838" y="1016000"/>
            <a:ext cx="10728325" cy="5256000"/>
          </a:xfrm>
        </p:spPr>
        <p:txBody>
          <a:bodyPr lIns="5580000" tIns="0" rIns="0" anchor="ctr" anchorCtr="0"/>
          <a:lstStyle>
            <a:lvl1pPr marL="0" indent="0" algn="ctr">
              <a:buNone/>
              <a:defRPr/>
            </a:lvl1pPr>
          </a:lstStyle>
          <a:p>
            <a:r>
              <a:rPr lang="de-DE" noProof="0"/>
              <a:t>Bild durch Klicken auf Symbol hinzufügen</a:t>
            </a:r>
            <a:endParaRPr lang="de-CH" noProof="0"/>
          </a:p>
        </p:txBody>
      </p:sp>
      <p:sp>
        <p:nvSpPr>
          <p:cNvPr id="2" name="Titel 1">
            <a:extLst>
              <a:ext uri="{FF2B5EF4-FFF2-40B4-BE49-F238E27FC236}">
                <a16:creationId xmlns:a16="http://schemas.microsoft.com/office/drawing/2014/main" id="{3491294E-BEE7-4DA8-BBC8-88E1A7B07AEF}"/>
              </a:ext>
            </a:extLst>
          </p:cNvPr>
          <p:cNvSpPr>
            <a:spLocks noGrp="1"/>
          </p:cNvSpPr>
          <p:nvPr>
            <p:ph type="ctrTitle"/>
          </p:nvPr>
        </p:nvSpPr>
        <p:spPr>
          <a:xfrm>
            <a:off x="0" y="2233538"/>
            <a:ext cx="5904000" cy="2772000"/>
          </a:xfrm>
          <a:solidFill>
            <a:schemeClr val="accent2"/>
          </a:solidFill>
        </p:spPr>
        <p:txBody>
          <a:bodyPr lIns="1080000" tIns="252000" anchor="t" anchorCtr="0"/>
          <a:lstStyle>
            <a:lvl1pPr algn="l">
              <a:lnSpc>
                <a:spcPct val="100000"/>
              </a:lnSpc>
              <a:defRPr sz="3600">
                <a:solidFill>
                  <a:schemeClr val="bg1"/>
                </a:solidFill>
              </a:defRPr>
            </a:lvl1pPr>
          </a:lstStyle>
          <a:p>
            <a:r>
              <a:rPr lang="de-DE" noProof="0"/>
              <a:t>Mastertitelformat bearbeiten</a:t>
            </a:r>
            <a:endParaRPr lang="de-CH" noProof="0"/>
          </a:p>
        </p:txBody>
      </p:sp>
      <p:pic>
        <p:nvPicPr>
          <p:cNvPr id="4" name="Grafik 3">
            <a:extLst>
              <a:ext uri="{FF2B5EF4-FFF2-40B4-BE49-F238E27FC236}">
                <a16:creationId xmlns:a16="http://schemas.microsoft.com/office/drawing/2014/main" id="{793E2EDD-B19F-478D-BB03-AD55EC1E86BD}"/>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a:off x="727672" y="228020"/>
            <a:ext cx="3679200" cy="552508"/>
          </a:xfrm>
          <a:prstGeom prst="rect">
            <a:avLst/>
          </a:prstGeom>
        </p:spPr>
      </p:pic>
      <p:sp>
        <p:nvSpPr>
          <p:cNvPr id="7" name="Textplatzhalter 3">
            <a:extLst>
              <a:ext uri="{FF2B5EF4-FFF2-40B4-BE49-F238E27FC236}">
                <a16:creationId xmlns:a16="http://schemas.microsoft.com/office/drawing/2014/main" id="{D364BCB8-820F-4C3A-BA37-7048A4C8D4C3}"/>
              </a:ext>
            </a:extLst>
          </p:cNvPr>
          <p:cNvSpPr>
            <a:spLocks noGrp="1"/>
          </p:cNvSpPr>
          <p:nvPr>
            <p:ph type="body" sz="quarter" idx="13"/>
          </p:nvPr>
        </p:nvSpPr>
        <p:spPr>
          <a:xfrm>
            <a:off x="1078516" y="3860495"/>
            <a:ext cx="4680000" cy="1008000"/>
          </a:xfrm>
        </p:spPr>
        <p:txBody>
          <a:bodyPr/>
          <a:lstStyle>
            <a:lvl1pPr marL="0" indent="0">
              <a:lnSpc>
                <a:spcPct val="100000"/>
              </a:lnSpc>
              <a:spcBef>
                <a:spcPts val="0"/>
              </a:spcBef>
              <a:buNone/>
              <a:defRPr>
                <a:solidFill>
                  <a:schemeClr val="bg1"/>
                </a:solidFill>
              </a:defRPr>
            </a:lvl1pPr>
            <a:lvl2pPr marL="266700" indent="0">
              <a:lnSpc>
                <a:spcPct val="100000"/>
              </a:lnSpc>
              <a:spcBef>
                <a:spcPts val="0"/>
              </a:spcBef>
              <a:buNone/>
              <a:defRPr>
                <a:solidFill>
                  <a:schemeClr val="bg1"/>
                </a:solidFill>
              </a:defRPr>
            </a:lvl2pPr>
            <a:lvl3pPr marL="538163" indent="0">
              <a:lnSpc>
                <a:spcPct val="100000"/>
              </a:lnSpc>
              <a:spcBef>
                <a:spcPts val="0"/>
              </a:spcBef>
              <a:buNone/>
              <a:defRPr>
                <a:solidFill>
                  <a:schemeClr val="bg1"/>
                </a:solidFill>
              </a:defRPr>
            </a:lvl3pPr>
            <a:lvl4pPr marL="804862" indent="0">
              <a:lnSpc>
                <a:spcPct val="100000"/>
              </a:lnSpc>
              <a:spcBef>
                <a:spcPts val="0"/>
              </a:spcBef>
              <a:buNone/>
              <a:defRPr>
                <a:solidFill>
                  <a:schemeClr val="bg1"/>
                </a:solidFill>
              </a:defRPr>
            </a:lvl4pPr>
            <a:lvl5pPr marL="1076325" indent="0">
              <a:lnSpc>
                <a:spcPct val="100000"/>
              </a:lnSpc>
              <a:spcBef>
                <a:spcPts val="0"/>
              </a:spcBef>
              <a:buNone/>
              <a:defRPr>
                <a:solidFill>
                  <a:schemeClr val="bg1"/>
                </a:solidFill>
              </a:defRPr>
            </a:lvl5pPr>
          </a:lstStyle>
          <a:p>
            <a:pPr lvl="0"/>
            <a:r>
              <a:rPr lang="de-DE" noProof="0"/>
              <a:t>Mastertextformat bearbeiten</a:t>
            </a:r>
          </a:p>
        </p:txBody>
      </p:sp>
      <p:sp>
        <p:nvSpPr>
          <p:cNvPr id="11" name="Bildplatzhalter 8">
            <a:extLst>
              <a:ext uri="{FF2B5EF4-FFF2-40B4-BE49-F238E27FC236}">
                <a16:creationId xmlns:a16="http://schemas.microsoft.com/office/drawing/2014/main" id="{A73913C2-8DFE-4F15-B2DB-2A6D5C267009}"/>
              </a:ext>
            </a:extLst>
          </p:cNvPr>
          <p:cNvSpPr>
            <a:spLocks noGrp="1"/>
          </p:cNvSpPr>
          <p:nvPr>
            <p:ph type="pic" sz="quarter" idx="12"/>
          </p:nvPr>
        </p:nvSpPr>
        <p:spPr>
          <a:xfrm>
            <a:off x="10200163" y="6489088"/>
            <a:ext cx="1260000" cy="180000"/>
          </a:xfrm>
        </p:spPr>
        <p:txBody>
          <a:bodyPr/>
          <a:lstStyle>
            <a:lvl1pPr marL="0" indent="0" algn="l">
              <a:buNone/>
              <a:defRPr sz="700"/>
            </a:lvl1pPr>
          </a:lstStyle>
          <a:p>
            <a:r>
              <a:rPr lang="de-DE" noProof="0"/>
              <a:t>Bild durch Klicken auf Symbol hinzufügen</a:t>
            </a:r>
            <a:endParaRPr lang="de-CH" noProof="0"/>
          </a:p>
        </p:txBody>
      </p:sp>
      <p:sp>
        <p:nvSpPr>
          <p:cNvPr id="9" name="Textplatzhalter 5">
            <a:extLst>
              <a:ext uri="{FF2B5EF4-FFF2-40B4-BE49-F238E27FC236}">
                <a16:creationId xmlns:a16="http://schemas.microsoft.com/office/drawing/2014/main" id="{791A1AD7-DB7D-4C75-BEFB-EB6D34D3B2AB}"/>
              </a:ext>
            </a:extLst>
          </p:cNvPr>
          <p:cNvSpPr>
            <a:spLocks noGrp="1"/>
          </p:cNvSpPr>
          <p:nvPr>
            <p:ph type="body" sz="quarter" idx="16" hasCustomPrompt="1"/>
          </p:nvPr>
        </p:nvSpPr>
        <p:spPr>
          <a:xfrm>
            <a:off x="9696449" y="316800"/>
            <a:ext cx="1800000" cy="360000"/>
          </a:xfrm>
        </p:spPr>
        <p:txBody>
          <a:bodyPr anchor="b" anchorCtr="0"/>
          <a:lstStyle>
            <a:lvl1pPr marL="0" indent="0" algn="l">
              <a:spcBef>
                <a:spcPts val="0"/>
              </a:spcBef>
              <a:buNone/>
              <a:defRPr sz="1150"/>
            </a:lvl1pPr>
            <a:lvl2pPr>
              <a:defRPr sz="1150"/>
            </a:lvl2pPr>
            <a:lvl3pPr>
              <a:defRPr sz="1150"/>
            </a:lvl3pPr>
            <a:lvl4pPr>
              <a:defRPr sz="1150"/>
            </a:lvl4pPr>
            <a:lvl5pPr>
              <a:defRPr sz="1150"/>
            </a:lvl5pPr>
          </a:lstStyle>
          <a:p>
            <a:pPr lvl="0"/>
            <a:r>
              <a:rPr lang="de-DE"/>
              <a:t>Organisationseinheit verbal</a:t>
            </a:r>
            <a:br>
              <a:rPr lang="de-DE"/>
            </a:br>
            <a:r>
              <a:rPr lang="de-DE"/>
              <a:t>optional auf 2 Zeilen</a:t>
            </a:r>
          </a:p>
        </p:txBody>
      </p:sp>
    </p:spTree>
    <p:extLst>
      <p:ext uri="{BB962C8B-B14F-4D97-AF65-F5344CB8AC3E}">
        <p14:creationId xmlns:p14="http://schemas.microsoft.com/office/powerpoint/2010/main" val="2789257521"/>
      </p:ext>
    </p:extLst>
  </p:cSld>
  <p:clrMapOvr>
    <a:masterClrMapping/>
  </p:clrMapOvr>
  <p:extLst>
    <p:ext uri="{DCECCB84-F9BA-43D5-87BE-67443E8EF086}">
      <p15:sldGuideLst xmlns:p15="http://schemas.microsoft.com/office/powerpoint/2012/main">
        <p15:guide id="3" orient="horz" pos="640">
          <p15:clr>
            <a:srgbClr val="FBAE40"/>
          </p15:clr>
        </p15:guide>
        <p15:guide id="4" orient="horz" pos="3952">
          <p15:clr>
            <a:srgbClr val="FBAE40"/>
          </p15:clr>
        </p15:guide>
      </p15:sldGuideLst>
    </p:ext>
  </p:extLst>
</p:sldLayout>
</file>

<file path=ppt/slideLayouts/slideLayout6.xml><?xml version="1.0" encoding="utf-8"?>
<p:sldLayout xmlns:a="http://schemas.openxmlformats.org/drawingml/2006/main" xmlns:r="http://schemas.openxmlformats.org/officeDocument/2006/relationships" xmlns:p="http://schemas.openxmlformats.org/presentationml/2006/main" type="obj" preserve="1">
  <p:cSld name="Agenda">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3346F7F9-CBC8-4641-B12B-7E76FD213E12}"/>
              </a:ext>
            </a:extLst>
          </p:cNvPr>
          <p:cNvSpPr>
            <a:spLocks noGrp="1"/>
          </p:cNvSpPr>
          <p:nvPr>
            <p:ph type="title"/>
          </p:nvPr>
        </p:nvSpPr>
        <p:spPr/>
        <p:txBody>
          <a:bodyPr/>
          <a:lstStyle/>
          <a:p>
            <a:r>
              <a:rPr lang="de-DE" noProof="0"/>
              <a:t>Mastertitelformat bearbeiten</a:t>
            </a:r>
            <a:endParaRPr lang="de-CH" noProof="0"/>
          </a:p>
        </p:txBody>
      </p:sp>
      <p:sp>
        <p:nvSpPr>
          <p:cNvPr id="3" name="Inhaltsplatzhalter 2">
            <a:extLst>
              <a:ext uri="{FF2B5EF4-FFF2-40B4-BE49-F238E27FC236}">
                <a16:creationId xmlns:a16="http://schemas.microsoft.com/office/drawing/2014/main" id="{87D3E2EF-5F98-49EC-BCEA-B215D49920A3}"/>
              </a:ext>
            </a:extLst>
          </p:cNvPr>
          <p:cNvSpPr>
            <a:spLocks noGrp="1"/>
          </p:cNvSpPr>
          <p:nvPr>
            <p:ph idx="1"/>
          </p:nvPr>
        </p:nvSpPr>
        <p:spPr/>
        <p:txBody>
          <a:bodyPr/>
          <a:lstStyle>
            <a:lvl1pPr marL="539750" indent="-539750">
              <a:buFont typeface="+mj-lt"/>
              <a:buAutoNum type="arabicPeriod"/>
              <a:defRPr/>
            </a:lvl1pPr>
            <a:lvl2pPr marL="1079500" indent="-539750">
              <a:buFont typeface="+mj-lt"/>
              <a:buAutoNum type="arabicPeriod"/>
              <a:defRPr/>
            </a:lvl2pPr>
            <a:lvl3pPr marL="1612900" indent="-533400">
              <a:buFont typeface="+mj-lt"/>
              <a:buAutoNum type="arabicPeriod"/>
              <a:defRPr/>
            </a:lvl3pPr>
            <a:lvl4pPr marL="2152650" indent="-539750">
              <a:buFont typeface="+mj-lt"/>
              <a:buAutoNum type="arabicPeriod"/>
              <a:defRPr/>
            </a:lvl4pPr>
            <a:lvl5pPr marL="2692400" indent="-539750">
              <a:buFont typeface="+mj-lt"/>
              <a:buAutoNum type="arabicPeriod"/>
              <a:defRPr/>
            </a:lvl5pPr>
          </a:lstStyle>
          <a:p>
            <a:pPr lvl="0"/>
            <a:r>
              <a:rPr lang="de-DE" noProof="0"/>
              <a:t>Mastertextformat bearbeiten</a:t>
            </a:r>
          </a:p>
          <a:p>
            <a:pPr lvl="1"/>
            <a:r>
              <a:rPr lang="de-DE" noProof="0"/>
              <a:t>Zweite Ebene</a:t>
            </a:r>
          </a:p>
          <a:p>
            <a:pPr lvl="2"/>
            <a:r>
              <a:rPr lang="de-DE" noProof="0"/>
              <a:t>Dritte Ebene</a:t>
            </a:r>
          </a:p>
          <a:p>
            <a:pPr lvl="3"/>
            <a:r>
              <a:rPr lang="de-DE" noProof="0"/>
              <a:t>Vierte Ebene</a:t>
            </a:r>
          </a:p>
          <a:p>
            <a:pPr lvl="4"/>
            <a:r>
              <a:rPr lang="de-DE" noProof="0"/>
              <a:t>Fünfte Ebene</a:t>
            </a:r>
            <a:endParaRPr lang="de-CH" noProof="0"/>
          </a:p>
        </p:txBody>
      </p:sp>
      <p:sp>
        <p:nvSpPr>
          <p:cNvPr id="4" name="Datumsplatzhalter 3">
            <a:extLst>
              <a:ext uri="{FF2B5EF4-FFF2-40B4-BE49-F238E27FC236}">
                <a16:creationId xmlns:a16="http://schemas.microsoft.com/office/drawing/2014/main" id="{67DB21BA-81C0-43DB-A42C-5F672DBC37F2}"/>
              </a:ext>
            </a:extLst>
          </p:cNvPr>
          <p:cNvSpPr>
            <a:spLocks noGrp="1"/>
          </p:cNvSpPr>
          <p:nvPr>
            <p:ph type="dt" sz="half" idx="10"/>
          </p:nvPr>
        </p:nvSpPr>
        <p:spPr/>
        <p:txBody>
          <a:bodyPr/>
          <a:lstStyle/>
          <a:p>
            <a:fld id="{1332D50A-E6CC-4D88-8908-F2129032F4C7}" type="datetime1">
              <a:rPr lang="de-CH" noProof="0" smtClean="0"/>
              <a:t>28.04.2026</a:t>
            </a:fld>
            <a:endParaRPr lang="de-CH" noProof="0"/>
          </a:p>
        </p:txBody>
      </p:sp>
      <p:sp>
        <p:nvSpPr>
          <p:cNvPr id="5" name="Fußzeilenplatzhalter 4">
            <a:extLst>
              <a:ext uri="{FF2B5EF4-FFF2-40B4-BE49-F238E27FC236}">
                <a16:creationId xmlns:a16="http://schemas.microsoft.com/office/drawing/2014/main" id="{1BC78786-28C3-4EAB-A3FC-1A4BFA8447EC}"/>
              </a:ext>
            </a:extLst>
          </p:cNvPr>
          <p:cNvSpPr>
            <a:spLocks noGrp="1"/>
          </p:cNvSpPr>
          <p:nvPr>
            <p:ph type="ftr" sz="quarter" idx="11"/>
          </p:nvPr>
        </p:nvSpPr>
        <p:spPr/>
        <p:txBody>
          <a:bodyPr/>
          <a:lstStyle/>
          <a:p>
            <a:r>
              <a:rPr lang="de-DE" noProof="0"/>
              <a:t>Organisationseinheit verbal</a:t>
            </a:r>
            <a:endParaRPr lang="de-CH" noProof="0"/>
          </a:p>
        </p:txBody>
      </p:sp>
      <p:sp>
        <p:nvSpPr>
          <p:cNvPr id="6" name="Foliennummernplatzhalter 5">
            <a:extLst>
              <a:ext uri="{FF2B5EF4-FFF2-40B4-BE49-F238E27FC236}">
                <a16:creationId xmlns:a16="http://schemas.microsoft.com/office/drawing/2014/main" id="{0FC1D5C1-A4AD-42D4-93B7-D3B71140E3A1}"/>
              </a:ext>
            </a:extLst>
          </p:cNvPr>
          <p:cNvSpPr>
            <a:spLocks noGrp="1"/>
          </p:cNvSpPr>
          <p:nvPr>
            <p:ph type="sldNum" sz="quarter" idx="12"/>
          </p:nvPr>
        </p:nvSpPr>
        <p:spPr/>
        <p:txBody>
          <a:bodyPr/>
          <a:lstStyle/>
          <a:p>
            <a:fld id="{5ACA52AF-F19D-405C-AD5F-7D94B96A5CC3}" type="slidenum">
              <a:rPr lang="de-CH" noProof="0" smtClean="0"/>
              <a:t>‹Nr.›</a:t>
            </a:fld>
            <a:endParaRPr lang="de-CH" noProof="0"/>
          </a:p>
        </p:txBody>
      </p:sp>
      <p:pic>
        <p:nvPicPr>
          <p:cNvPr id="7" name="Grafik 6">
            <a:extLst>
              <a:ext uri="{FF2B5EF4-FFF2-40B4-BE49-F238E27FC236}">
                <a16:creationId xmlns:a16="http://schemas.microsoft.com/office/drawing/2014/main" id="{7F7C476A-2849-4D68-9FA2-3A5CFC13C833}"/>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a:off x="731837" y="6507088"/>
            <a:ext cx="984462" cy="162000"/>
          </a:xfrm>
          <a:prstGeom prst="rect">
            <a:avLst/>
          </a:prstGeom>
        </p:spPr>
      </p:pic>
    </p:spTree>
    <p:extLst>
      <p:ext uri="{BB962C8B-B14F-4D97-AF65-F5344CB8AC3E}">
        <p14:creationId xmlns:p14="http://schemas.microsoft.com/office/powerpoint/2010/main" val="2221599722"/>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obj" preserve="1">
  <p:cSld name="Inhalt">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3346F7F9-CBC8-4641-B12B-7E76FD213E12}"/>
              </a:ext>
            </a:extLst>
          </p:cNvPr>
          <p:cNvSpPr>
            <a:spLocks noGrp="1"/>
          </p:cNvSpPr>
          <p:nvPr>
            <p:ph type="title"/>
          </p:nvPr>
        </p:nvSpPr>
        <p:spPr/>
        <p:txBody>
          <a:bodyPr/>
          <a:lstStyle/>
          <a:p>
            <a:r>
              <a:rPr lang="de-DE" noProof="0"/>
              <a:t>Mastertitelformat bearbeiten</a:t>
            </a:r>
            <a:endParaRPr lang="de-CH" noProof="0"/>
          </a:p>
        </p:txBody>
      </p:sp>
      <p:sp>
        <p:nvSpPr>
          <p:cNvPr id="3" name="Inhaltsplatzhalter 2">
            <a:extLst>
              <a:ext uri="{FF2B5EF4-FFF2-40B4-BE49-F238E27FC236}">
                <a16:creationId xmlns:a16="http://schemas.microsoft.com/office/drawing/2014/main" id="{87D3E2EF-5F98-49EC-BCEA-B215D49920A3}"/>
              </a:ext>
            </a:extLst>
          </p:cNvPr>
          <p:cNvSpPr>
            <a:spLocks noGrp="1"/>
          </p:cNvSpPr>
          <p:nvPr>
            <p:ph idx="1"/>
          </p:nvPr>
        </p:nvSpPr>
        <p:spPr/>
        <p:txBody>
          <a:bodyPr/>
          <a:lstStyle/>
          <a:p>
            <a:pPr lvl="0"/>
            <a:r>
              <a:rPr lang="de-DE" noProof="0"/>
              <a:t>Mastertextformat bearbeiten</a:t>
            </a:r>
          </a:p>
          <a:p>
            <a:pPr lvl="1"/>
            <a:r>
              <a:rPr lang="de-DE" noProof="0"/>
              <a:t>Zweite Ebene</a:t>
            </a:r>
          </a:p>
          <a:p>
            <a:pPr lvl="2"/>
            <a:r>
              <a:rPr lang="de-DE" noProof="0"/>
              <a:t>Dritte Ebene</a:t>
            </a:r>
          </a:p>
          <a:p>
            <a:pPr lvl="3"/>
            <a:r>
              <a:rPr lang="de-DE" noProof="0"/>
              <a:t>Vierte Ebene</a:t>
            </a:r>
          </a:p>
          <a:p>
            <a:pPr lvl="4"/>
            <a:r>
              <a:rPr lang="de-DE" noProof="0"/>
              <a:t>Fünfte Ebene</a:t>
            </a:r>
            <a:endParaRPr lang="de-CH" noProof="0"/>
          </a:p>
        </p:txBody>
      </p:sp>
      <p:sp>
        <p:nvSpPr>
          <p:cNvPr id="4" name="Datumsplatzhalter 3">
            <a:extLst>
              <a:ext uri="{FF2B5EF4-FFF2-40B4-BE49-F238E27FC236}">
                <a16:creationId xmlns:a16="http://schemas.microsoft.com/office/drawing/2014/main" id="{67DB21BA-81C0-43DB-A42C-5F672DBC37F2}"/>
              </a:ext>
            </a:extLst>
          </p:cNvPr>
          <p:cNvSpPr>
            <a:spLocks noGrp="1"/>
          </p:cNvSpPr>
          <p:nvPr>
            <p:ph type="dt" sz="half" idx="10"/>
          </p:nvPr>
        </p:nvSpPr>
        <p:spPr/>
        <p:txBody>
          <a:bodyPr/>
          <a:lstStyle/>
          <a:p>
            <a:fld id="{11B96697-4585-4368-989A-16003D150648}" type="datetime1">
              <a:rPr lang="de-CH" noProof="0" smtClean="0"/>
              <a:t>28.04.2026</a:t>
            </a:fld>
            <a:endParaRPr lang="de-CH" noProof="0"/>
          </a:p>
        </p:txBody>
      </p:sp>
      <p:sp>
        <p:nvSpPr>
          <p:cNvPr id="5" name="Fußzeilenplatzhalter 4">
            <a:extLst>
              <a:ext uri="{FF2B5EF4-FFF2-40B4-BE49-F238E27FC236}">
                <a16:creationId xmlns:a16="http://schemas.microsoft.com/office/drawing/2014/main" id="{1BC78786-28C3-4EAB-A3FC-1A4BFA8447EC}"/>
              </a:ext>
            </a:extLst>
          </p:cNvPr>
          <p:cNvSpPr>
            <a:spLocks noGrp="1"/>
          </p:cNvSpPr>
          <p:nvPr>
            <p:ph type="ftr" sz="quarter" idx="11"/>
          </p:nvPr>
        </p:nvSpPr>
        <p:spPr/>
        <p:txBody>
          <a:bodyPr/>
          <a:lstStyle/>
          <a:p>
            <a:r>
              <a:rPr lang="de-DE" noProof="0"/>
              <a:t>Organisationseinheit verbal</a:t>
            </a:r>
            <a:endParaRPr lang="de-CH" noProof="0"/>
          </a:p>
        </p:txBody>
      </p:sp>
      <p:sp>
        <p:nvSpPr>
          <p:cNvPr id="6" name="Foliennummernplatzhalter 5">
            <a:extLst>
              <a:ext uri="{FF2B5EF4-FFF2-40B4-BE49-F238E27FC236}">
                <a16:creationId xmlns:a16="http://schemas.microsoft.com/office/drawing/2014/main" id="{0FC1D5C1-A4AD-42D4-93B7-D3B71140E3A1}"/>
              </a:ext>
            </a:extLst>
          </p:cNvPr>
          <p:cNvSpPr>
            <a:spLocks noGrp="1"/>
          </p:cNvSpPr>
          <p:nvPr>
            <p:ph type="sldNum" sz="quarter" idx="12"/>
          </p:nvPr>
        </p:nvSpPr>
        <p:spPr/>
        <p:txBody>
          <a:bodyPr/>
          <a:lstStyle/>
          <a:p>
            <a:fld id="{5ACA52AF-F19D-405C-AD5F-7D94B96A5CC3}" type="slidenum">
              <a:rPr lang="de-CH" noProof="0" smtClean="0"/>
              <a:t>‹Nr.›</a:t>
            </a:fld>
            <a:endParaRPr lang="de-CH" noProof="0"/>
          </a:p>
        </p:txBody>
      </p:sp>
      <p:pic>
        <p:nvPicPr>
          <p:cNvPr id="7" name="Grafik 6">
            <a:extLst>
              <a:ext uri="{FF2B5EF4-FFF2-40B4-BE49-F238E27FC236}">
                <a16:creationId xmlns:a16="http://schemas.microsoft.com/office/drawing/2014/main" id="{7F7C476A-2849-4D68-9FA2-3A5CFC13C833}"/>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a:off x="731837" y="6507088"/>
            <a:ext cx="984462" cy="162000"/>
          </a:xfrm>
          <a:prstGeom prst="rect">
            <a:avLst/>
          </a:prstGeom>
        </p:spPr>
      </p:pic>
    </p:spTree>
    <p:extLst>
      <p:ext uri="{BB962C8B-B14F-4D97-AF65-F5344CB8AC3E}">
        <p14:creationId xmlns:p14="http://schemas.microsoft.com/office/powerpoint/2010/main" val="1888753134"/>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Inhalt mit Fussnote">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3346F7F9-CBC8-4641-B12B-7E76FD213E12}"/>
              </a:ext>
            </a:extLst>
          </p:cNvPr>
          <p:cNvSpPr>
            <a:spLocks noGrp="1"/>
          </p:cNvSpPr>
          <p:nvPr>
            <p:ph type="title"/>
          </p:nvPr>
        </p:nvSpPr>
        <p:spPr/>
        <p:txBody>
          <a:bodyPr/>
          <a:lstStyle/>
          <a:p>
            <a:r>
              <a:rPr lang="de-DE" noProof="0"/>
              <a:t>Mastertitelformat bearbeiten</a:t>
            </a:r>
            <a:endParaRPr lang="de-CH" noProof="0"/>
          </a:p>
        </p:txBody>
      </p:sp>
      <p:sp>
        <p:nvSpPr>
          <p:cNvPr id="3" name="Inhaltsplatzhalter 2">
            <a:extLst>
              <a:ext uri="{FF2B5EF4-FFF2-40B4-BE49-F238E27FC236}">
                <a16:creationId xmlns:a16="http://schemas.microsoft.com/office/drawing/2014/main" id="{87D3E2EF-5F98-49EC-BCEA-B215D49920A3}"/>
              </a:ext>
            </a:extLst>
          </p:cNvPr>
          <p:cNvSpPr>
            <a:spLocks noGrp="1"/>
          </p:cNvSpPr>
          <p:nvPr>
            <p:ph idx="1"/>
          </p:nvPr>
        </p:nvSpPr>
        <p:spPr>
          <a:xfrm>
            <a:off x="731837" y="1412875"/>
            <a:ext cx="10728325" cy="3960000"/>
          </a:xfrm>
        </p:spPr>
        <p:txBody>
          <a:bodyPr/>
          <a:lstStyle/>
          <a:p>
            <a:pPr lvl="0"/>
            <a:r>
              <a:rPr lang="de-DE" noProof="0"/>
              <a:t>Mastertextformat bearbeiten</a:t>
            </a:r>
          </a:p>
          <a:p>
            <a:pPr lvl="1"/>
            <a:r>
              <a:rPr lang="de-DE" noProof="0"/>
              <a:t>Zweite Ebene</a:t>
            </a:r>
          </a:p>
          <a:p>
            <a:pPr lvl="2"/>
            <a:r>
              <a:rPr lang="de-DE" noProof="0"/>
              <a:t>Dritte Ebene</a:t>
            </a:r>
          </a:p>
          <a:p>
            <a:pPr lvl="3"/>
            <a:r>
              <a:rPr lang="de-DE" noProof="0"/>
              <a:t>Vierte Ebene</a:t>
            </a:r>
          </a:p>
          <a:p>
            <a:pPr lvl="4"/>
            <a:r>
              <a:rPr lang="de-DE" noProof="0"/>
              <a:t>Fünfte Ebene</a:t>
            </a:r>
            <a:endParaRPr lang="de-CH" noProof="0"/>
          </a:p>
        </p:txBody>
      </p:sp>
      <p:sp>
        <p:nvSpPr>
          <p:cNvPr id="4" name="Datumsplatzhalter 3">
            <a:extLst>
              <a:ext uri="{FF2B5EF4-FFF2-40B4-BE49-F238E27FC236}">
                <a16:creationId xmlns:a16="http://schemas.microsoft.com/office/drawing/2014/main" id="{67DB21BA-81C0-43DB-A42C-5F672DBC37F2}"/>
              </a:ext>
            </a:extLst>
          </p:cNvPr>
          <p:cNvSpPr>
            <a:spLocks noGrp="1"/>
          </p:cNvSpPr>
          <p:nvPr>
            <p:ph type="dt" sz="half" idx="10"/>
          </p:nvPr>
        </p:nvSpPr>
        <p:spPr/>
        <p:txBody>
          <a:bodyPr/>
          <a:lstStyle/>
          <a:p>
            <a:fld id="{3A01E762-278A-4155-9BEB-7C2CB2386E92}" type="datetime1">
              <a:rPr lang="de-CH" noProof="0" smtClean="0"/>
              <a:t>28.04.2026</a:t>
            </a:fld>
            <a:endParaRPr lang="de-CH" noProof="0"/>
          </a:p>
        </p:txBody>
      </p:sp>
      <p:sp>
        <p:nvSpPr>
          <p:cNvPr id="5" name="Fußzeilenplatzhalter 4">
            <a:extLst>
              <a:ext uri="{FF2B5EF4-FFF2-40B4-BE49-F238E27FC236}">
                <a16:creationId xmlns:a16="http://schemas.microsoft.com/office/drawing/2014/main" id="{1BC78786-28C3-4EAB-A3FC-1A4BFA8447EC}"/>
              </a:ext>
            </a:extLst>
          </p:cNvPr>
          <p:cNvSpPr>
            <a:spLocks noGrp="1"/>
          </p:cNvSpPr>
          <p:nvPr>
            <p:ph type="ftr" sz="quarter" idx="11"/>
          </p:nvPr>
        </p:nvSpPr>
        <p:spPr/>
        <p:txBody>
          <a:bodyPr/>
          <a:lstStyle/>
          <a:p>
            <a:r>
              <a:rPr lang="de-DE" noProof="0"/>
              <a:t>Organisationseinheit verbal</a:t>
            </a:r>
            <a:endParaRPr lang="de-CH" noProof="0"/>
          </a:p>
        </p:txBody>
      </p:sp>
      <p:sp>
        <p:nvSpPr>
          <p:cNvPr id="6" name="Foliennummernplatzhalter 5">
            <a:extLst>
              <a:ext uri="{FF2B5EF4-FFF2-40B4-BE49-F238E27FC236}">
                <a16:creationId xmlns:a16="http://schemas.microsoft.com/office/drawing/2014/main" id="{0FC1D5C1-A4AD-42D4-93B7-D3B71140E3A1}"/>
              </a:ext>
            </a:extLst>
          </p:cNvPr>
          <p:cNvSpPr>
            <a:spLocks noGrp="1"/>
          </p:cNvSpPr>
          <p:nvPr>
            <p:ph type="sldNum" sz="quarter" idx="12"/>
          </p:nvPr>
        </p:nvSpPr>
        <p:spPr/>
        <p:txBody>
          <a:bodyPr/>
          <a:lstStyle/>
          <a:p>
            <a:fld id="{5ACA52AF-F19D-405C-AD5F-7D94B96A5CC3}" type="slidenum">
              <a:rPr lang="de-CH" noProof="0" smtClean="0"/>
              <a:t>‹Nr.›</a:t>
            </a:fld>
            <a:endParaRPr lang="de-CH" noProof="0"/>
          </a:p>
        </p:txBody>
      </p:sp>
      <p:pic>
        <p:nvPicPr>
          <p:cNvPr id="7" name="Grafik 6">
            <a:extLst>
              <a:ext uri="{FF2B5EF4-FFF2-40B4-BE49-F238E27FC236}">
                <a16:creationId xmlns:a16="http://schemas.microsoft.com/office/drawing/2014/main" id="{7F7C476A-2849-4D68-9FA2-3A5CFC13C833}"/>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a:off x="731837" y="6507088"/>
            <a:ext cx="984462" cy="162000"/>
          </a:xfrm>
          <a:prstGeom prst="rect">
            <a:avLst/>
          </a:prstGeom>
        </p:spPr>
      </p:pic>
      <p:sp>
        <p:nvSpPr>
          <p:cNvPr id="11" name="Textplatzhalter 10">
            <a:extLst>
              <a:ext uri="{FF2B5EF4-FFF2-40B4-BE49-F238E27FC236}">
                <a16:creationId xmlns:a16="http://schemas.microsoft.com/office/drawing/2014/main" id="{2F6D94FA-21C6-4AE0-AA4F-3A077810ED93}"/>
              </a:ext>
            </a:extLst>
          </p:cNvPr>
          <p:cNvSpPr>
            <a:spLocks noGrp="1"/>
          </p:cNvSpPr>
          <p:nvPr>
            <p:ph type="body" sz="quarter" idx="13"/>
          </p:nvPr>
        </p:nvSpPr>
        <p:spPr>
          <a:xfrm>
            <a:off x="731836" y="5570135"/>
            <a:ext cx="5364164" cy="721233"/>
          </a:xfrm>
        </p:spPr>
        <p:txBody>
          <a:bodyPr anchor="b" anchorCtr="0"/>
          <a:lstStyle>
            <a:lvl1pPr marL="179388" indent="-179388">
              <a:spcBef>
                <a:spcPts val="0"/>
              </a:spcBef>
              <a:buFont typeface="+mj-lt"/>
              <a:buAutoNum type="arabicPeriod"/>
              <a:defRPr sz="800"/>
            </a:lvl1pPr>
            <a:lvl2pPr marL="266700" indent="0">
              <a:buNone/>
              <a:defRPr sz="800"/>
            </a:lvl2pPr>
            <a:lvl3pPr marL="538163" indent="0">
              <a:buNone/>
              <a:defRPr sz="800"/>
            </a:lvl3pPr>
            <a:lvl4pPr marL="804862" indent="0">
              <a:buNone/>
              <a:defRPr sz="800"/>
            </a:lvl4pPr>
            <a:lvl5pPr marL="1076325" indent="0">
              <a:buNone/>
              <a:defRPr sz="800"/>
            </a:lvl5pPr>
          </a:lstStyle>
          <a:p>
            <a:pPr lvl="0"/>
            <a:r>
              <a:rPr lang="de-DE" noProof="0"/>
              <a:t>Mastertextformat bearbeiten</a:t>
            </a:r>
          </a:p>
        </p:txBody>
      </p:sp>
    </p:spTree>
    <p:extLst>
      <p:ext uri="{BB962C8B-B14F-4D97-AF65-F5344CB8AC3E}">
        <p14:creationId xmlns:p14="http://schemas.microsoft.com/office/powerpoint/2010/main" val="426001722"/>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Zwischenslide">
    <p:bg>
      <p:bgPr>
        <a:solidFill>
          <a:schemeClr val="tx1"/>
        </a:solidFill>
        <a:effectLst/>
      </p:bgPr>
    </p:bg>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3346F7F9-CBC8-4641-B12B-7E76FD213E12}"/>
              </a:ext>
            </a:extLst>
          </p:cNvPr>
          <p:cNvSpPr>
            <a:spLocks noGrp="1"/>
          </p:cNvSpPr>
          <p:nvPr>
            <p:ph type="title"/>
          </p:nvPr>
        </p:nvSpPr>
        <p:spPr>
          <a:xfrm>
            <a:off x="731837" y="2224781"/>
            <a:ext cx="10728325" cy="1260000"/>
          </a:xfrm>
        </p:spPr>
        <p:txBody>
          <a:bodyPr/>
          <a:lstStyle>
            <a:lvl1pPr>
              <a:lnSpc>
                <a:spcPct val="100000"/>
              </a:lnSpc>
              <a:defRPr sz="3600">
                <a:solidFill>
                  <a:schemeClr val="bg1"/>
                </a:solidFill>
              </a:defRPr>
            </a:lvl1pPr>
          </a:lstStyle>
          <a:p>
            <a:r>
              <a:rPr lang="de-DE" noProof="0"/>
              <a:t>Mastertitelformat bearbeiten</a:t>
            </a:r>
            <a:endParaRPr lang="de-CH" noProof="0"/>
          </a:p>
        </p:txBody>
      </p:sp>
      <p:sp>
        <p:nvSpPr>
          <p:cNvPr id="4" name="Datumsplatzhalter 3">
            <a:extLst>
              <a:ext uri="{FF2B5EF4-FFF2-40B4-BE49-F238E27FC236}">
                <a16:creationId xmlns:a16="http://schemas.microsoft.com/office/drawing/2014/main" id="{67DB21BA-81C0-43DB-A42C-5F672DBC37F2}"/>
              </a:ext>
            </a:extLst>
          </p:cNvPr>
          <p:cNvSpPr>
            <a:spLocks noGrp="1"/>
          </p:cNvSpPr>
          <p:nvPr>
            <p:ph type="dt" sz="half" idx="10"/>
          </p:nvPr>
        </p:nvSpPr>
        <p:spPr/>
        <p:txBody>
          <a:bodyPr/>
          <a:lstStyle>
            <a:lvl1pPr>
              <a:defRPr>
                <a:solidFill>
                  <a:schemeClr val="bg1"/>
                </a:solidFill>
              </a:defRPr>
            </a:lvl1pPr>
          </a:lstStyle>
          <a:p>
            <a:fld id="{6C4EAFE7-317E-4912-B75C-DD6945F82242}" type="datetime1">
              <a:rPr lang="de-CH" noProof="0" smtClean="0"/>
              <a:t>28.04.2026</a:t>
            </a:fld>
            <a:endParaRPr lang="de-CH" noProof="0"/>
          </a:p>
        </p:txBody>
      </p:sp>
      <p:sp>
        <p:nvSpPr>
          <p:cNvPr id="5" name="Fußzeilenplatzhalter 4">
            <a:extLst>
              <a:ext uri="{FF2B5EF4-FFF2-40B4-BE49-F238E27FC236}">
                <a16:creationId xmlns:a16="http://schemas.microsoft.com/office/drawing/2014/main" id="{1BC78786-28C3-4EAB-A3FC-1A4BFA8447EC}"/>
              </a:ext>
            </a:extLst>
          </p:cNvPr>
          <p:cNvSpPr>
            <a:spLocks noGrp="1"/>
          </p:cNvSpPr>
          <p:nvPr>
            <p:ph type="ftr" sz="quarter" idx="11"/>
          </p:nvPr>
        </p:nvSpPr>
        <p:spPr/>
        <p:txBody>
          <a:bodyPr/>
          <a:lstStyle>
            <a:lvl1pPr>
              <a:defRPr>
                <a:solidFill>
                  <a:schemeClr val="bg1"/>
                </a:solidFill>
              </a:defRPr>
            </a:lvl1pPr>
          </a:lstStyle>
          <a:p>
            <a:r>
              <a:rPr lang="de-DE" noProof="0"/>
              <a:t>Organisationseinheit verbal</a:t>
            </a:r>
            <a:endParaRPr lang="de-CH" noProof="0"/>
          </a:p>
        </p:txBody>
      </p:sp>
      <p:sp>
        <p:nvSpPr>
          <p:cNvPr id="6" name="Foliennummernplatzhalter 5">
            <a:extLst>
              <a:ext uri="{FF2B5EF4-FFF2-40B4-BE49-F238E27FC236}">
                <a16:creationId xmlns:a16="http://schemas.microsoft.com/office/drawing/2014/main" id="{0FC1D5C1-A4AD-42D4-93B7-D3B71140E3A1}"/>
              </a:ext>
            </a:extLst>
          </p:cNvPr>
          <p:cNvSpPr>
            <a:spLocks noGrp="1"/>
          </p:cNvSpPr>
          <p:nvPr>
            <p:ph type="sldNum" sz="quarter" idx="12"/>
          </p:nvPr>
        </p:nvSpPr>
        <p:spPr/>
        <p:txBody>
          <a:bodyPr/>
          <a:lstStyle>
            <a:lvl1pPr>
              <a:defRPr>
                <a:solidFill>
                  <a:schemeClr val="bg1"/>
                </a:solidFill>
              </a:defRPr>
            </a:lvl1pPr>
          </a:lstStyle>
          <a:p>
            <a:fld id="{5ACA52AF-F19D-405C-AD5F-7D94B96A5CC3}" type="slidenum">
              <a:rPr lang="de-CH" noProof="0" smtClean="0"/>
              <a:pPr/>
              <a:t>‹Nr.›</a:t>
            </a:fld>
            <a:endParaRPr lang="de-CH" noProof="0"/>
          </a:p>
        </p:txBody>
      </p:sp>
      <p:grpSp>
        <p:nvGrpSpPr>
          <p:cNvPr id="10" name="Grafik 6">
            <a:extLst>
              <a:ext uri="{FF2B5EF4-FFF2-40B4-BE49-F238E27FC236}">
                <a16:creationId xmlns:a16="http://schemas.microsoft.com/office/drawing/2014/main" id="{7F7C476A-2849-4D68-9FA2-3A5CFC13C833}"/>
              </a:ext>
            </a:extLst>
          </p:cNvPr>
          <p:cNvGrpSpPr/>
          <p:nvPr/>
        </p:nvGrpSpPr>
        <p:grpSpPr>
          <a:xfrm>
            <a:off x="731837" y="6507088"/>
            <a:ext cx="984462" cy="162000"/>
            <a:chOff x="731837" y="6507088"/>
            <a:chExt cx="984462" cy="162000"/>
          </a:xfrm>
          <a:solidFill>
            <a:schemeClr val="bg1"/>
          </a:solidFill>
        </p:grpSpPr>
        <p:grpSp>
          <p:nvGrpSpPr>
            <p:cNvPr id="12" name="Grafik 6">
              <a:extLst>
                <a:ext uri="{FF2B5EF4-FFF2-40B4-BE49-F238E27FC236}">
                  <a16:creationId xmlns:a16="http://schemas.microsoft.com/office/drawing/2014/main" id="{7F7C476A-2849-4D68-9FA2-3A5CFC13C833}"/>
                </a:ext>
              </a:extLst>
            </p:cNvPr>
            <p:cNvGrpSpPr/>
            <p:nvPr/>
          </p:nvGrpSpPr>
          <p:grpSpPr>
            <a:xfrm>
              <a:off x="1266489" y="6555186"/>
              <a:ext cx="197463" cy="110963"/>
              <a:chOff x="1266489" y="6555186"/>
              <a:chExt cx="197463" cy="110963"/>
            </a:xfrm>
            <a:grpFill/>
          </p:grpSpPr>
          <p:sp>
            <p:nvSpPr>
              <p:cNvPr id="13" name="Freihandform: Form 12">
                <a:extLst>
                  <a:ext uri="{FF2B5EF4-FFF2-40B4-BE49-F238E27FC236}">
                    <a16:creationId xmlns:a16="http://schemas.microsoft.com/office/drawing/2014/main" id="{18BB0752-F87C-44D9-A9A5-97AF1DEDA1AE}"/>
                  </a:ext>
                </a:extLst>
              </p:cNvPr>
              <p:cNvSpPr/>
              <p:nvPr/>
            </p:nvSpPr>
            <p:spPr>
              <a:xfrm>
                <a:off x="1266489" y="6556934"/>
                <a:ext cx="95902" cy="109216"/>
              </a:xfrm>
              <a:custGeom>
                <a:avLst/>
                <a:gdLst>
                  <a:gd name="connsiteX0" fmla="*/ 66742 w 95902"/>
                  <a:gd name="connsiteY0" fmla="*/ 65797 h 109216"/>
                  <a:gd name="connsiteX1" fmla="*/ 35339 w 95902"/>
                  <a:gd name="connsiteY1" fmla="*/ 95082 h 109216"/>
                  <a:gd name="connsiteX2" fmla="*/ 15953 w 95902"/>
                  <a:gd name="connsiteY2" fmla="*/ 79537 h 109216"/>
                  <a:gd name="connsiteX3" fmla="*/ 15899 w 95902"/>
                  <a:gd name="connsiteY3" fmla="*/ 76265 h 109216"/>
                  <a:gd name="connsiteX4" fmla="*/ 16896 w 95902"/>
                  <a:gd name="connsiteY4" fmla="*/ 66295 h 109216"/>
                  <a:gd name="connsiteX5" fmla="*/ 30230 w 95902"/>
                  <a:gd name="connsiteY5" fmla="*/ 0 h 109216"/>
                  <a:gd name="connsiteX6" fmla="*/ 30230 w 95902"/>
                  <a:gd name="connsiteY6" fmla="*/ 0 h 109216"/>
                  <a:gd name="connsiteX7" fmla="*/ 14528 w 95902"/>
                  <a:gd name="connsiteY7" fmla="*/ 0 h 109216"/>
                  <a:gd name="connsiteX8" fmla="*/ 1194 w 95902"/>
                  <a:gd name="connsiteY8" fmla="*/ 67791 h 109216"/>
                  <a:gd name="connsiteX9" fmla="*/ 1194 w 95902"/>
                  <a:gd name="connsiteY9" fmla="*/ 68788 h 109216"/>
                  <a:gd name="connsiteX10" fmla="*/ 73 w 95902"/>
                  <a:gd name="connsiteY10" fmla="*/ 78508 h 109216"/>
                  <a:gd name="connsiteX11" fmla="*/ 26638 w 95902"/>
                  <a:gd name="connsiteY11" fmla="*/ 109122 h 109216"/>
                  <a:gd name="connsiteX12" fmla="*/ 29980 w 95902"/>
                  <a:gd name="connsiteY12" fmla="*/ 109163 h 109216"/>
                  <a:gd name="connsiteX13" fmla="*/ 61384 w 95902"/>
                  <a:gd name="connsiteY13" fmla="*/ 96702 h 109216"/>
                  <a:gd name="connsiteX14" fmla="*/ 59265 w 95902"/>
                  <a:gd name="connsiteY14" fmla="*/ 107917 h 109216"/>
                  <a:gd name="connsiteX15" fmla="*/ 59265 w 95902"/>
                  <a:gd name="connsiteY15" fmla="*/ 107917 h 109216"/>
                  <a:gd name="connsiteX16" fmla="*/ 74842 w 95902"/>
                  <a:gd name="connsiteY16" fmla="*/ 107917 h 109216"/>
                  <a:gd name="connsiteX17" fmla="*/ 95902 w 95902"/>
                  <a:gd name="connsiteY17" fmla="*/ 0 h 109216"/>
                  <a:gd name="connsiteX18" fmla="*/ 95902 w 95902"/>
                  <a:gd name="connsiteY18" fmla="*/ 0 h 109216"/>
                  <a:gd name="connsiteX19" fmla="*/ 79951 w 95902"/>
                  <a:gd name="connsiteY19" fmla="*/ 0 h 10921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95902" h="109216">
                    <a:moveTo>
                      <a:pt x="66742" y="65797"/>
                    </a:moveTo>
                    <a:cubicBezTo>
                      <a:pt x="65228" y="82115"/>
                      <a:pt x="51723" y="94709"/>
                      <a:pt x="35339" y="95082"/>
                    </a:cubicBezTo>
                    <a:cubicBezTo>
                      <a:pt x="25692" y="96142"/>
                      <a:pt x="17013" y="89183"/>
                      <a:pt x="15953" y="79537"/>
                    </a:cubicBezTo>
                    <a:cubicBezTo>
                      <a:pt x="15833" y="78450"/>
                      <a:pt x="15814" y="77355"/>
                      <a:pt x="15899" y="76265"/>
                    </a:cubicBezTo>
                    <a:cubicBezTo>
                      <a:pt x="15976" y="72921"/>
                      <a:pt x="16309" y="69588"/>
                      <a:pt x="16896" y="66295"/>
                    </a:cubicBezTo>
                    <a:lnTo>
                      <a:pt x="30230" y="0"/>
                    </a:lnTo>
                    <a:lnTo>
                      <a:pt x="30230" y="0"/>
                    </a:lnTo>
                    <a:lnTo>
                      <a:pt x="14528" y="0"/>
                    </a:lnTo>
                    <a:lnTo>
                      <a:pt x="1194" y="67791"/>
                    </a:lnTo>
                    <a:lnTo>
                      <a:pt x="1194" y="68788"/>
                    </a:lnTo>
                    <a:cubicBezTo>
                      <a:pt x="472" y="71978"/>
                      <a:pt x="95" y="75237"/>
                      <a:pt x="73" y="78508"/>
                    </a:cubicBezTo>
                    <a:cubicBezTo>
                      <a:pt x="-1045" y="94298"/>
                      <a:pt x="10848" y="108004"/>
                      <a:pt x="26638" y="109122"/>
                    </a:cubicBezTo>
                    <a:cubicBezTo>
                      <a:pt x="27751" y="109200"/>
                      <a:pt x="28866" y="109214"/>
                      <a:pt x="29980" y="109163"/>
                    </a:cubicBezTo>
                    <a:cubicBezTo>
                      <a:pt x="41760" y="109765"/>
                      <a:pt x="53221" y="105218"/>
                      <a:pt x="61384" y="96702"/>
                    </a:cubicBezTo>
                    <a:lnTo>
                      <a:pt x="59265" y="107917"/>
                    </a:lnTo>
                    <a:lnTo>
                      <a:pt x="59265" y="107917"/>
                    </a:lnTo>
                    <a:lnTo>
                      <a:pt x="74842" y="107917"/>
                    </a:lnTo>
                    <a:lnTo>
                      <a:pt x="95902" y="0"/>
                    </a:lnTo>
                    <a:lnTo>
                      <a:pt x="95902" y="0"/>
                    </a:lnTo>
                    <a:lnTo>
                      <a:pt x="79951" y="0"/>
                    </a:lnTo>
                    <a:close/>
                  </a:path>
                </a:pathLst>
              </a:custGeom>
              <a:grpFill/>
              <a:ln w="12419" cap="flat">
                <a:noFill/>
                <a:prstDash val="solid"/>
                <a:miter/>
              </a:ln>
            </p:spPr>
            <p:txBody>
              <a:bodyPr rtlCol="0" anchor="ctr"/>
              <a:lstStyle/>
              <a:p>
                <a:endParaRPr lang="de-CH" noProof="0"/>
              </a:p>
            </p:txBody>
          </p:sp>
          <p:sp>
            <p:nvSpPr>
              <p:cNvPr id="14" name="Freihandform: Form 13">
                <a:extLst>
                  <a:ext uri="{FF2B5EF4-FFF2-40B4-BE49-F238E27FC236}">
                    <a16:creationId xmlns:a16="http://schemas.microsoft.com/office/drawing/2014/main" id="{ED44DE23-7081-4AC9-BF06-502BEC71C004}"/>
                  </a:ext>
                </a:extLst>
              </p:cNvPr>
              <p:cNvSpPr/>
              <p:nvPr/>
            </p:nvSpPr>
            <p:spPr>
              <a:xfrm>
                <a:off x="1376472" y="6555186"/>
                <a:ext cx="87480" cy="109664"/>
              </a:xfrm>
              <a:custGeom>
                <a:avLst/>
                <a:gdLst>
                  <a:gd name="connsiteX0" fmla="*/ 64302 w 87480"/>
                  <a:gd name="connsiteY0" fmla="*/ 3 h 109664"/>
                  <a:gd name="connsiteX1" fmla="*/ 34518 w 87480"/>
                  <a:gd name="connsiteY1" fmla="*/ 14209 h 109664"/>
                  <a:gd name="connsiteX2" fmla="*/ 36886 w 87480"/>
                  <a:gd name="connsiteY2" fmla="*/ 1747 h 109664"/>
                  <a:gd name="connsiteX3" fmla="*/ 36886 w 87480"/>
                  <a:gd name="connsiteY3" fmla="*/ 1747 h 109664"/>
                  <a:gd name="connsiteX4" fmla="*/ 21434 w 87480"/>
                  <a:gd name="connsiteY4" fmla="*/ 1747 h 109664"/>
                  <a:gd name="connsiteX5" fmla="*/ 0 w 87480"/>
                  <a:gd name="connsiteY5" fmla="*/ 109664 h 109664"/>
                  <a:gd name="connsiteX6" fmla="*/ 0 w 87480"/>
                  <a:gd name="connsiteY6" fmla="*/ 109664 h 109664"/>
                  <a:gd name="connsiteX7" fmla="*/ 15826 w 87480"/>
                  <a:gd name="connsiteY7" fmla="*/ 109664 h 109664"/>
                  <a:gd name="connsiteX8" fmla="*/ 28288 w 87480"/>
                  <a:gd name="connsiteY8" fmla="*/ 43493 h 109664"/>
                  <a:gd name="connsiteX9" fmla="*/ 59940 w 87480"/>
                  <a:gd name="connsiteY9" fmla="*/ 14209 h 109664"/>
                  <a:gd name="connsiteX10" fmla="*/ 75019 w 87480"/>
                  <a:gd name="connsiteY10" fmla="*/ 21810 h 109664"/>
                  <a:gd name="connsiteX11" fmla="*/ 75019 w 87480"/>
                  <a:gd name="connsiteY11" fmla="*/ 21810 h 109664"/>
                  <a:gd name="connsiteX12" fmla="*/ 87480 w 87480"/>
                  <a:gd name="connsiteY12" fmla="*/ 10346 h 109664"/>
                  <a:gd name="connsiteX13" fmla="*/ 87480 w 87480"/>
                  <a:gd name="connsiteY13" fmla="*/ 10346 h 109664"/>
                  <a:gd name="connsiteX14" fmla="*/ 63928 w 87480"/>
                  <a:gd name="connsiteY14" fmla="*/ 252 h 10966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87480" h="109664">
                    <a:moveTo>
                      <a:pt x="64302" y="3"/>
                    </a:moveTo>
                    <a:cubicBezTo>
                      <a:pt x="52709" y="-136"/>
                      <a:pt x="41706" y="5111"/>
                      <a:pt x="34518" y="14209"/>
                    </a:cubicBezTo>
                    <a:lnTo>
                      <a:pt x="36886" y="1747"/>
                    </a:lnTo>
                    <a:lnTo>
                      <a:pt x="36886" y="1747"/>
                    </a:lnTo>
                    <a:lnTo>
                      <a:pt x="21434" y="1747"/>
                    </a:lnTo>
                    <a:lnTo>
                      <a:pt x="0" y="109664"/>
                    </a:lnTo>
                    <a:lnTo>
                      <a:pt x="0" y="109664"/>
                    </a:lnTo>
                    <a:lnTo>
                      <a:pt x="15826" y="109664"/>
                    </a:lnTo>
                    <a:lnTo>
                      <a:pt x="28288" y="43493"/>
                    </a:lnTo>
                    <a:cubicBezTo>
                      <a:pt x="30515" y="27438"/>
                      <a:pt x="43760" y="15183"/>
                      <a:pt x="59940" y="14209"/>
                    </a:cubicBezTo>
                    <a:cubicBezTo>
                      <a:pt x="65919" y="14072"/>
                      <a:pt x="71573" y="16922"/>
                      <a:pt x="75019" y="21810"/>
                    </a:cubicBezTo>
                    <a:lnTo>
                      <a:pt x="75019" y="21810"/>
                    </a:lnTo>
                    <a:lnTo>
                      <a:pt x="87480" y="10346"/>
                    </a:lnTo>
                    <a:lnTo>
                      <a:pt x="87480" y="10346"/>
                    </a:lnTo>
                    <a:cubicBezTo>
                      <a:pt x="81552" y="3603"/>
                      <a:pt x="72899" y="-105"/>
                      <a:pt x="63928" y="252"/>
                    </a:cubicBezTo>
                  </a:path>
                </a:pathLst>
              </a:custGeom>
              <a:grpFill/>
              <a:ln w="12419" cap="flat">
                <a:noFill/>
                <a:prstDash val="solid"/>
                <a:miter/>
              </a:ln>
            </p:spPr>
            <p:txBody>
              <a:bodyPr rtlCol="0" anchor="ctr"/>
              <a:lstStyle/>
              <a:p>
                <a:endParaRPr lang="de-CH" noProof="0"/>
              </a:p>
            </p:txBody>
          </p:sp>
        </p:grpSp>
        <p:sp>
          <p:nvSpPr>
            <p:cNvPr id="15" name="Freihandform: Form 14">
              <a:extLst>
                <a:ext uri="{FF2B5EF4-FFF2-40B4-BE49-F238E27FC236}">
                  <a16:creationId xmlns:a16="http://schemas.microsoft.com/office/drawing/2014/main" id="{18C24FD2-AEE2-43CA-8EB3-8E646C2E5E46}"/>
                </a:ext>
              </a:extLst>
            </p:cNvPr>
            <p:cNvSpPr/>
            <p:nvPr/>
          </p:nvSpPr>
          <p:spPr>
            <a:xfrm>
              <a:off x="1159517" y="6556560"/>
              <a:ext cx="96452" cy="108166"/>
            </a:xfrm>
            <a:custGeom>
              <a:avLst/>
              <a:gdLst>
                <a:gd name="connsiteX0" fmla="*/ 23303 w 96452"/>
                <a:gd name="connsiteY0" fmla="*/ 0 h 108166"/>
                <a:gd name="connsiteX1" fmla="*/ 20562 w 96452"/>
                <a:gd name="connsiteY1" fmla="*/ 13708 h 108166"/>
                <a:gd name="connsiteX2" fmla="*/ 20562 w 96452"/>
                <a:gd name="connsiteY2" fmla="*/ 13957 h 108166"/>
                <a:gd name="connsiteX3" fmla="*/ 74271 w 96452"/>
                <a:gd name="connsiteY3" fmla="*/ 13957 h 108166"/>
                <a:gd name="connsiteX4" fmla="*/ 2742 w 96452"/>
                <a:gd name="connsiteY4" fmla="*/ 94957 h 108166"/>
                <a:gd name="connsiteX5" fmla="*/ 2617 w 96452"/>
                <a:gd name="connsiteY5" fmla="*/ 94957 h 108166"/>
                <a:gd name="connsiteX6" fmla="*/ 0 w 96452"/>
                <a:gd name="connsiteY6" fmla="*/ 108166 h 108166"/>
                <a:gd name="connsiteX7" fmla="*/ 76265 w 96452"/>
                <a:gd name="connsiteY7" fmla="*/ 108166 h 108166"/>
                <a:gd name="connsiteX8" fmla="*/ 79006 w 96452"/>
                <a:gd name="connsiteY8" fmla="*/ 94209 h 108166"/>
                <a:gd name="connsiteX9" fmla="*/ 21932 w 96452"/>
                <a:gd name="connsiteY9" fmla="*/ 94209 h 108166"/>
                <a:gd name="connsiteX10" fmla="*/ 93835 w 96452"/>
                <a:gd name="connsiteY10" fmla="*/ 13209 h 108166"/>
                <a:gd name="connsiteX11" fmla="*/ 93835 w 96452"/>
                <a:gd name="connsiteY11" fmla="*/ 13209 h 108166"/>
                <a:gd name="connsiteX12" fmla="*/ 96452 w 96452"/>
                <a:gd name="connsiteY12" fmla="*/ 0 h 108166"/>
                <a:gd name="connsiteX13" fmla="*/ 23303 w 96452"/>
                <a:gd name="connsiteY13" fmla="*/ 0 h 10816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96452" h="108166">
                  <a:moveTo>
                    <a:pt x="23303" y="0"/>
                  </a:moveTo>
                  <a:lnTo>
                    <a:pt x="20562" y="13708"/>
                  </a:lnTo>
                  <a:lnTo>
                    <a:pt x="20562" y="13957"/>
                  </a:lnTo>
                  <a:lnTo>
                    <a:pt x="74271" y="13957"/>
                  </a:lnTo>
                  <a:lnTo>
                    <a:pt x="2742" y="94957"/>
                  </a:lnTo>
                  <a:lnTo>
                    <a:pt x="2617" y="94957"/>
                  </a:lnTo>
                  <a:lnTo>
                    <a:pt x="0" y="108166"/>
                  </a:lnTo>
                  <a:lnTo>
                    <a:pt x="76265" y="108166"/>
                  </a:lnTo>
                  <a:lnTo>
                    <a:pt x="79006" y="94209"/>
                  </a:lnTo>
                  <a:lnTo>
                    <a:pt x="21932" y="94209"/>
                  </a:lnTo>
                  <a:lnTo>
                    <a:pt x="93835" y="13209"/>
                  </a:lnTo>
                  <a:lnTo>
                    <a:pt x="93835" y="13209"/>
                  </a:lnTo>
                  <a:lnTo>
                    <a:pt x="96452" y="0"/>
                  </a:lnTo>
                  <a:lnTo>
                    <a:pt x="23303" y="0"/>
                  </a:lnTo>
                  <a:close/>
                </a:path>
              </a:pathLst>
            </a:custGeom>
            <a:grpFill/>
            <a:ln w="12419" cap="flat">
              <a:noFill/>
              <a:prstDash val="solid"/>
              <a:miter/>
            </a:ln>
          </p:spPr>
          <p:txBody>
            <a:bodyPr rtlCol="0" anchor="ctr"/>
            <a:lstStyle/>
            <a:p>
              <a:endParaRPr lang="de-CH" noProof="0"/>
            </a:p>
          </p:txBody>
        </p:sp>
        <p:sp>
          <p:nvSpPr>
            <p:cNvPr id="16" name="Freihandform: Form 15">
              <a:extLst>
                <a:ext uri="{FF2B5EF4-FFF2-40B4-BE49-F238E27FC236}">
                  <a16:creationId xmlns:a16="http://schemas.microsoft.com/office/drawing/2014/main" id="{AEE7F6F4-4D2C-45B3-A061-9606B2BD36A7}"/>
                </a:ext>
              </a:extLst>
            </p:cNvPr>
            <p:cNvSpPr/>
            <p:nvPr/>
          </p:nvSpPr>
          <p:spPr>
            <a:xfrm>
              <a:off x="1466445" y="6556560"/>
              <a:ext cx="37259" cy="108166"/>
            </a:xfrm>
            <a:custGeom>
              <a:avLst/>
              <a:gdLst>
                <a:gd name="connsiteX0" fmla="*/ 21683 w 37259"/>
                <a:gd name="connsiteY0" fmla="*/ 0 h 108166"/>
                <a:gd name="connsiteX1" fmla="*/ 0 w 37259"/>
                <a:gd name="connsiteY1" fmla="*/ 107917 h 108166"/>
                <a:gd name="connsiteX2" fmla="*/ 0 w 37259"/>
                <a:gd name="connsiteY2" fmla="*/ 108166 h 108166"/>
                <a:gd name="connsiteX3" fmla="*/ 15702 w 37259"/>
                <a:gd name="connsiteY3" fmla="*/ 108166 h 108166"/>
                <a:gd name="connsiteX4" fmla="*/ 37260 w 37259"/>
                <a:gd name="connsiteY4" fmla="*/ 0 h 108166"/>
                <a:gd name="connsiteX5" fmla="*/ 21683 w 37259"/>
                <a:gd name="connsiteY5" fmla="*/ 0 h 10816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7259" h="108166">
                  <a:moveTo>
                    <a:pt x="21683" y="0"/>
                  </a:moveTo>
                  <a:lnTo>
                    <a:pt x="0" y="107917"/>
                  </a:lnTo>
                  <a:lnTo>
                    <a:pt x="0" y="108166"/>
                  </a:lnTo>
                  <a:lnTo>
                    <a:pt x="15702" y="108166"/>
                  </a:lnTo>
                  <a:lnTo>
                    <a:pt x="37260" y="0"/>
                  </a:lnTo>
                  <a:lnTo>
                    <a:pt x="21683" y="0"/>
                  </a:lnTo>
                  <a:close/>
                </a:path>
              </a:pathLst>
            </a:custGeom>
            <a:grpFill/>
            <a:ln w="12419" cap="flat">
              <a:noFill/>
              <a:prstDash val="solid"/>
              <a:miter/>
            </a:ln>
          </p:spPr>
          <p:txBody>
            <a:bodyPr rtlCol="0" anchor="ctr"/>
            <a:lstStyle/>
            <a:p>
              <a:endParaRPr lang="de-CH" noProof="0"/>
            </a:p>
          </p:txBody>
        </p:sp>
        <p:grpSp>
          <p:nvGrpSpPr>
            <p:cNvPr id="17" name="Grafik 6">
              <a:extLst>
                <a:ext uri="{FF2B5EF4-FFF2-40B4-BE49-F238E27FC236}">
                  <a16:creationId xmlns:a16="http://schemas.microsoft.com/office/drawing/2014/main" id="{7F7C476A-2849-4D68-9FA2-3A5CFC13C833}"/>
                </a:ext>
              </a:extLst>
            </p:cNvPr>
            <p:cNvGrpSpPr/>
            <p:nvPr/>
          </p:nvGrpSpPr>
          <p:grpSpPr>
            <a:xfrm>
              <a:off x="1518879" y="6507337"/>
              <a:ext cx="191395" cy="158803"/>
              <a:chOff x="1518879" y="6507337"/>
              <a:chExt cx="191395" cy="158803"/>
            </a:xfrm>
            <a:grpFill/>
          </p:grpSpPr>
          <p:sp>
            <p:nvSpPr>
              <p:cNvPr id="18" name="Freihandform: Form 17">
                <a:extLst>
                  <a:ext uri="{FF2B5EF4-FFF2-40B4-BE49-F238E27FC236}">
                    <a16:creationId xmlns:a16="http://schemas.microsoft.com/office/drawing/2014/main" id="{B2186F78-5D28-4695-8B1C-5A3F1A53AAB3}"/>
                  </a:ext>
                </a:extLst>
              </p:cNvPr>
              <p:cNvSpPr/>
              <p:nvPr/>
            </p:nvSpPr>
            <p:spPr>
              <a:xfrm>
                <a:off x="1614114" y="6507337"/>
                <a:ext cx="96160" cy="157638"/>
              </a:xfrm>
              <a:custGeom>
                <a:avLst/>
                <a:gdLst>
                  <a:gd name="connsiteX0" fmla="*/ 66046 w 96160"/>
                  <a:gd name="connsiteY0" fmla="*/ 47852 h 157638"/>
                  <a:gd name="connsiteX1" fmla="*/ 35142 w 96160"/>
                  <a:gd name="connsiteY1" fmla="*/ 60314 h 157638"/>
                  <a:gd name="connsiteX2" fmla="*/ 47603 w 96160"/>
                  <a:gd name="connsiteY2" fmla="*/ 0 h 157638"/>
                  <a:gd name="connsiteX3" fmla="*/ 31652 w 96160"/>
                  <a:gd name="connsiteY3" fmla="*/ 0 h 157638"/>
                  <a:gd name="connsiteX4" fmla="*/ 0 w 96160"/>
                  <a:gd name="connsiteY4" fmla="*/ 157389 h 157638"/>
                  <a:gd name="connsiteX5" fmla="*/ 15701 w 96160"/>
                  <a:gd name="connsiteY5" fmla="*/ 157389 h 157638"/>
                  <a:gd name="connsiteX6" fmla="*/ 28911 w 96160"/>
                  <a:gd name="connsiteY6" fmla="*/ 91218 h 157638"/>
                  <a:gd name="connsiteX7" fmla="*/ 60563 w 96160"/>
                  <a:gd name="connsiteY7" fmla="*/ 62058 h 157638"/>
                  <a:gd name="connsiteX8" fmla="*/ 79837 w 96160"/>
                  <a:gd name="connsiteY8" fmla="*/ 77742 h 157638"/>
                  <a:gd name="connsiteX9" fmla="*/ 79878 w 96160"/>
                  <a:gd name="connsiteY9" fmla="*/ 80875 h 157638"/>
                  <a:gd name="connsiteX10" fmla="*/ 78757 w 96160"/>
                  <a:gd name="connsiteY10" fmla="*/ 90969 h 157638"/>
                  <a:gd name="connsiteX11" fmla="*/ 65423 w 96160"/>
                  <a:gd name="connsiteY11" fmla="*/ 157638 h 157638"/>
                  <a:gd name="connsiteX12" fmla="*/ 81125 w 96160"/>
                  <a:gd name="connsiteY12" fmla="*/ 157638 h 157638"/>
                  <a:gd name="connsiteX13" fmla="*/ 94957 w 96160"/>
                  <a:gd name="connsiteY13" fmla="*/ 89474 h 157638"/>
                  <a:gd name="connsiteX14" fmla="*/ 96078 w 96160"/>
                  <a:gd name="connsiteY14" fmla="*/ 78757 h 157638"/>
                  <a:gd name="connsiteX15" fmla="*/ 69522 w 96160"/>
                  <a:gd name="connsiteY15" fmla="*/ 47902 h 157638"/>
                  <a:gd name="connsiteX16" fmla="*/ 66046 w 96160"/>
                  <a:gd name="connsiteY16" fmla="*/ 47852 h 15763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96160" h="157638">
                    <a:moveTo>
                      <a:pt x="66046" y="47852"/>
                    </a:moveTo>
                    <a:cubicBezTo>
                      <a:pt x="54431" y="47363"/>
                      <a:pt x="43168" y="51904"/>
                      <a:pt x="35142" y="60314"/>
                    </a:cubicBezTo>
                    <a:lnTo>
                      <a:pt x="47603" y="0"/>
                    </a:lnTo>
                    <a:lnTo>
                      <a:pt x="31652" y="0"/>
                    </a:lnTo>
                    <a:lnTo>
                      <a:pt x="0" y="157389"/>
                    </a:lnTo>
                    <a:lnTo>
                      <a:pt x="15701" y="157389"/>
                    </a:lnTo>
                    <a:lnTo>
                      <a:pt x="28911" y="91218"/>
                    </a:lnTo>
                    <a:cubicBezTo>
                      <a:pt x="30603" y="74910"/>
                      <a:pt x="44170" y="62411"/>
                      <a:pt x="60563" y="62058"/>
                    </a:cubicBezTo>
                    <a:cubicBezTo>
                      <a:pt x="70216" y="61067"/>
                      <a:pt x="78845" y="68088"/>
                      <a:pt x="79837" y="77742"/>
                    </a:cubicBezTo>
                    <a:cubicBezTo>
                      <a:pt x="79945" y="78783"/>
                      <a:pt x="79958" y="79832"/>
                      <a:pt x="79878" y="80875"/>
                    </a:cubicBezTo>
                    <a:cubicBezTo>
                      <a:pt x="79822" y="84268"/>
                      <a:pt x="79446" y="87647"/>
                      <a:pt x="78757" y="90969"/>
                    </a:cubicBezTo>
                    <a:lnTo>
                      <a:pt x="65423" y="157638"/>
                    </a:lnTo>
                    <a:lnTo>
                      <a:pt x="81125" y="157638"/>
                    </a:lnTo>
                    <a:lnTo>
                      <a:pt x="94957" y="89474"/>
                    </a:lnTo>
                    <a:cubicBezTo>
                      <a:pt x="95657" y="85943"/>
                      <a:pt x="96034" y="82356"/>
                      <a:pt x="96078" y="78757"/>
                    </a:cubicBezTo>
                    <a:cubicBezTo>
                      <a:pt x="97265" y="62903"/>
                      <a:pt x="85375" y="49089"/>
                      <a:pt x="69522" y="47902"/>
                    </a:cubicBezTo>
                    <a:cubicBezTo>
                      <a:pt x="68365" y="47815"/>
                      <a:pt x="67205" y="47799"/>
                      <a:pt x="66046" y="47852"/>
                    </a:cubicBezTo>
                  </a:path>
                </a:pathLst>
              </a:custGeom>
              <a:grpFill/>
              <a:ln w="12419" cap="flat">
                <a:noFill/>
                <a:prstDash val="solid"/>
                <a:miter/>
              </a:ln>
            </p:spPr>
            <p:txBody>
              <a:bodyPr rtlCol="0" anchor="ctr"/>
              <a:lstStyle/>
              <a:p>
                <a:endParaRPr lang="de-CH" noProof="0"/>
              </a:p>
            </p:txBody>
          </p:sp>
          <p:sp>
            <p:nvSpPr>
              <p:cNvPr id="19" name="Freihandform: Form 18">
                <a:extLst>
                  <a:ext uri="{FF2B5EF4-FFF2-40B4-BE49-F238E27FC236}">
                    <a16:creationId xmlns:a16="http://schemas.microsoft.com/office/drawing/2014/main" id="{1FE5475E-83C3-4BE3-BBF1-FAE9A6986B3F}"/>
                  </a:ext>
                </a:extLst>
              </p:cNvPr>
              <p:cNvSpPr/>
              <p:nvPr/>
            </p:nvSpPr>
            <p:spPr>
              <a:xfrm>
                <a:off x="1518879" y="6555189"/>
                <a:ext cx="87882" cy="110951"/>
              </a:xfrm>
              <a:custGeom>
                <a:avLst/>
                <a:gdLst>
                  <a:gd name="connsiteX0" fmla="*/ 56853 w 87882"/>
                  <a:gd name="connsiteY0" fmla="*/ 0 h 110951"/>
                  <a:gd name="connsiteX1" fmla="*/ 1649 w 87882"/>
                  <a:gd name="connsiteY1" fmla="*/ 55329 h 110951"/>
                  <a:gd name="connsiteX2" fmla="*/ 153 w 87882"/>
                  <a:gd name="connsiteY2" fmla="*/ 71903 h 110951"/>
                  <a:gd name="connsiteX3" fmla="*/ 32484 w 87882"/>
                  <a:gd name="connsiteY3" fmla="*/ 110801 h 110951"/>
                  <a:gd name="connsiteX4" fmla="*/ 37538 w 87882"/>
                  <a:gd name="connsiteY4" fmla="*/ 110908 h 110951"/>
                  <a:gd name="connsiteX5" fmla="*/ 73552 w 87882"/>
                  <a:gd name="connsiteY5" fmla="*/ 95705 h 110951"/>
                  <a:gd name="connsiteX6" fmla="*/ 73552 w 87882"/>
                  <a:gd name="connsiteY6" fmla="*/ 95705 h 110951"/>
                  <a:gd name="connsiteX7" fmla="*/ 64455 w 87882"/>
                  <a:gd name="connsiteY7" fmla="*/ 84614 h 110951"/>
                  <a:gd name="connsiteX8" fmla="*/ 64455 w 87882"/>
                  <a:gd name="connsiteY8" fmla="*/ 84614 h 110951"/>
                  <a:gd name="connsiteX9" fmla="*/ 64455 w 87882"/>
                  <a:gd name="connsiteY9" fmla="*/ 84614 h 110951"/>
                  <a:gd name="connsiteX10" fmla="*/ 38535 w 87882"/>
                  <a:gd name="connsiteY10" fmla="*/ 97075 h 110951"/>
                  <a:gd name="connsiteX11" fmla="*/ 15233 w 87882"/>
                  <a:gd name="connsiteY11" fmla="*/ 75551 h 110951"/>
                  <a:gd name="connsiteX12" fmla="*/ 15356 w 87882"/>
                  <a:gd name="connsiteY12" fmla="*/ 72152 h 110951"/>
                  <a:gd name="connsiteX13" fmla="*/ 17101 w 87882"/>
                  <a:gd name="connsiteY13" fmla="*/ 55952 h 110951"/>
                  <a:gd name="connsiteX14" fmla="*/ 31058 w 87882"/>
                  <a:gd name="connsiteY14" fmla="*/ 25048 h 110951"/>
                  <a:gd name="connsiteX15" fmla="*/ 55233 w 87882"/>
                  <a:gd name="connsiteY15" fmla="*/ 14206 h 110951"/>
                  <a:gd name="connsiteX16" fmla="*/ 76293 w 87882"/>
                  <a:gd name="connsiteY16" fmla="*/ 26668 h 110951"/>
                  <a:gd name="connsiteX17" fmla="*/ 76293 w 87882"/>
                  <a:gd name="connsiteY17" fmla="*/ 26668 h 110951"/>
                  <a:gd name="connsiteX18" fmla="*/ 87883 w 87882"/>
                  <a:gd name="connsiteY18" fmla="*/ 16823 h 110951"/>
                  <a:gd name="connsiteX19" fmla="*/ 87883 w 87882"/>
                  <a:gd name="connsiteY19" fmla="*/ 16823 h 110951"/>
                  <a:gd name="connsiteX20" fmla="*/ 56729 w 87882"/>
                  <a:gd name="connsiteY20" fmla="*/ 748 h 11095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Lst>
                <a:rect l="l" t="t" r="r" b="b"/>
                <a:pathLst>
                  <a:path w="87882" h="110951">
                    <a:moveTo>
                      <a:pt x="56853" y="0"/>
                    </a:moveTo>
                    <a:cubicBezTo>
                      <a:pt x="28192" y="0"/>
                      <a:pt x="8129" y="20188"/>
                      <a:pt x="1649" y="55329"/>
                    </a:cubicBezTo>
                    <a:cubicBezTo>
                      <a:pt x="671" y="60800"/>
                      <a:pt x="170" y="66345"/>
                      <a:pt x="153" y="71903"/>
                    </a:cubicBezTo>
                    <a:cubicBezTo>
                      <a:pt x="-1660" y="91572"/>
                      <a:pt x="12814" y="108987"/>
                      <a:pt x="32484" y="110801"/>
                    </a:cubicBezTo>
                    <a:cubicBezTo>
                      <a:pt x="34163" y="110955"/>
                      <a:pt x="35853" y="110991"/>
                      <a:pt x="37538" y="110908"/>
                    </a:cubicBezTo>
                    <a:cubicBezTo>
                      <a:pt x="51112" y="110955"/>
                      <a:pt x="64118" y="105465"/>
                      <a:pt x="73552" y="95705"/>
                    </a:cubicBezTo>
                    <a:lnTo>
                      <a:pt x="73552" y="95705"/>
                    </a:lnTo>
                    <a:lnTo>
                      <a:pt x="64455" y="84614"/>
                    </a:lnTo>
                    <a:lnTo>
                      <a:pt x="64455" y="84614"/>
                    </a:lnTo>
                    <a:lnTo>
                      <a:pt x="64455" y="84614"/>
                    </a:lnTo>
                    <a:cubicBezTo>
                      <a:pt x="58138" y="92466"/>
                      <a:pt x="48613" y="97045"/>
                      <a:pt x="38535" y="97075"/>
                    </a:cubicBezTo>
                    <a:cubicBezTo>
                      <a:pt x="26157" y="97566"/>
                      <a:pt x="15724" y="87929"/>
                      <a:pt x="15233" y="75551"/>
                    </a:cubicBezTo>
                    <a:cubicBezTo>
                      <a:pt x="15188" y="74416"/>
                      <a:pt x="15229" y="73280"/>
                      <a:pt x="15356" y="72152"/>
                    </a:cubicBezTo>
                    <a:cubicBezTo>
                      <a:pt x="15424" y="66709"/>
                      <a:pt x="16008" y="61285"/>
                      <a:pt x="17101" y="55952"/>
                    </a:cubicBezTo>
                    <a:cubicBezTo>
                      <a:pt x="18838" y="44568"/>
                      <a:pt x="23666" y="33878"/>
                      <a:pt x="31058" y="25048"/>
                    </a:cubicBezTo>
                    <a:cubicBezTo>
                      <a:pt x="37213" y="18167"/>
                      <a:pt x="46002" y="14225"/>
                      <a:pt x="55233" y="14206"/>
                    </a:cubicBezTo>
                    <a:cubicBezTo>
                      <a:pt x="64085" y="13892"/>
                      <a:pt x="72308" y="18758"/>
                      <a:pt x="76293" y="26668"/>
                    </a:cubicBezTo>
                    <a:lnTo>
                      <a:pt x="76293" y="26668"/>
                    </a:lnTo>
                    <a:lnTo>
                      <a:pt x="87883" y="16823"/>
                    </a:lnTo>
                    <a:lnTo>
                      <a:pt x="87883" y="16823"/>
                    </a:lnTo>
                    <a:cubicBezTo>
                      <a:pt x="81104" y="6298"/>
                      <a:pt x="69235" y="174"/>
                      <a:pt x="56729" y="748"/>
                    </a:cubicBezTo>
                  </a:path>
                </a:pathLst>
              </a:custGeom>
              <a:grpFill/>
              <a:ln w="12419" cap="flat">
                <a:noFill/>
                <a:prstDash val="solid"/>
                <a:miter/>
              </a:ln>
            </p:spPr>
            <p:txBody>
              <a:bodyPr rtlCol="0" anchor="ctr"/>
              <a:lstStyle/>
              <a:p>
                <a:endParaRPr lang="de-CH" noProof="0"/>
              </a:p>
            </p:txBody>
          </p:sp>
        </p:grpSp>
        <p:sp>
          <p:nvSpPr>
            <p:cNvPr id="20" name="Freihandform: Form 19">
              <a:extLst>
                <a:ext uri="{FF2B5EF4-FFF2-40B4-BE49-F238E27FC236}">
                  <a16:creationId xmlns:a16="http://schemas.microsoft.com/office/drawing/2014/main" id="{41B77B6E-E7CB-412B-95AC-A9322C6799BB}"/>
                </a:ext>
              </a:extLst>
            </p:cNvPr>
            <p:cNvSpPr/>
            <p:nvPr/>
          </p:nvSpPr>
          <p:spPr>
            <a:xfrm>
              <a:off x="1493985" y="6507088"/>
              <a:ext cx="19689" cy="19689"/>
            </a:xfrm>
            <a:custGeom>
              <a:avLst/>
              <a:gdLst>
                <a:gd name="connsiteX0" fmla="*/ 3988 w 19689"/>
                <a:gd name="connsiteY0" fmla="*/ 0 h 19689"/>
                <a:gd name="connsiteX1" fmla="*/ 0 w 19689"/>
                <a:gd name="connsiteY1" fmla="*/ 19689 h 19689"/>
                <a:gd name="connsiteX2" fmla="*/ 15826 w 19689"/>
                <a:gd name="connsiteY2" fmla="*/ 19689 h 19689"/>
                <a:gd name="connsiteX3" fmla="*/ 19689 w 19689"/>
                <a:gd name="connsiteY3" fmla="*/ 0 h 19689"/>
                <a:gd name="connsiteX4" fmla="*/ 3988 w 19689"/>
                <a:gd name="connsiteY4" fmla="*/ 0 h 1968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9689" h="19689">
                  <a:moveTo>
                    <a:pt x="3988" y="0"/>
                  </a:moveTo>
                  <a:lnTo>
                    <a:pt x="0" y="19689"/>
                  </a:lnTo>
                  <a:lnTo>
                    <a:pt x="15826" y="19689"/>
                  </a:lnTo>
                  <a:lnTo>
                    <a:pt x="19689" y="0"/>
                  </a:lnTo>
                  <a:lnTo>
                    <a:pt x="3988" y="0"/>
                  </a:lnTo>
                  <a:close/>
                </a:path>
              </a:pathLst>
            </a:custGeom>
            <a:grpFill/>
            <a:ln w="12419" cap="flat">
              <a:noFill/>
              <a:prstDash val="solid"/>
              <a:miter/>
            </a:ln>
          </p:spPr>
          <p:txBody>
            <a:bodyPr rtlCol="0" anchor="ctr"/>
            <a:lstStyle/>
            <a:p>
              <a:endParaRPr lang="de-CH" noProof="0"/>
            </a:p>
          </p:txBody>
        </p:sp>
        <p:sp>
          <p:nvSpPr>
            <p:cNvPr id="21" name="Freihandform: Form 20">
              <a:extLst>
                <a:ext uri="{FF2B5EF4-FFF2-40B4-BE49-F238E27FC236}">
                  <a16:creationId xmlns:a16="http://schemas.microsoft.com/office/drawing/2014/main" id="{832E5C1A-13CE-49A6-B590-B6EAA5F9E1AD}"/>
                </a:ext>
              </a:extLst>
            </p:cNvPr>
            <p:cNvSpPr/>
            <p:nvPr/>
          </p:nvSpPr>
          <p:spPr>
            <a:xfrm>
              <a:off x="1340708" y="6507088"/>
              <a:ext cx="19689" cy="19689"/>
            </a:xfrm>
            <a:custGeom>
              <a:avLst/>
              <a:gdLst>
                <a:gd name="connsiteX0" fmla="*/ 3988 w 19689"/>
                <a:gd name="connsiteY0" fmla="*/ 0 h 19689"/>
                <a:gd name="connsiteX1" fmla="*/ 0 w 19689"/>
                <a:gd name="connsiteY1" fmla="*/ 19689 h 19689"/>
                <a:gd name="connsiteX2" fmla="*/ 15826 w 19689"/>
                <a:gd name="connsiteY2" fmla="*/ 19689 h 19689"/>
                <a:gd name="connsiteX3" fmla="*/ 19689 w 19689"/>
                <a:gd name="connsiteY3" fmla="*/ 0 h 19689"/>
                <a:gd name="connsiteX4" fmla="*/ 3988 w 19689"/>
                <a:gd name="connsiteY4" fmla="*/ 0 h 1968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9689" h="19689">
                  <a:moveTo>
                    <a:pt x="3988" y="0"/>
                  </a:moveTo>
                  <a:lnTo>
                    <a:pt x="0" y="19689"/>
                  </a:lnTo>
                  <a:lnTo>
                    <a:pt x="15826" y="19689"/>
                  </a:lnTo>
                  <a:lnTo>
                    <a:pt x="19689" y="0"/>
                  </a:lnTo>
                  <a:lnTo>
                    <a:pt x="3988" y="0"/>
                  </a:lnTo>
                  <a:close/>
                </a:path>
              </a:pathLst>
            </a:custGeom>
            <a:grpFill/>
            <a:ln w="12419" cap="flat">
              <a:noFill/>
              <a:prstDash val="solid"/>
              <a:miter/>
            </a:ln>
          </p:spPr>
          <p:txBody>
            <a:bodyPr rtlCol="0" anchor="ctr"/>
            <a:lstStyle/>
            <a:p>
              <a:endParaRPr lang="de-CH" noProof="0"/>
            </a:p>
          </p:txBody>
        </p:sp>
        <p:sp>
          <p:nvSpPr>
            <p:cNvPr id="22" name="Freihandform: Form 21">
              <a:extLst>
                <a:ext uri="{FF2B5EF4-FFF2-40B4-BE49-F238E27FC236}">
                  <a16:creationId xmlns:a16="http://schemas.microsoft.com/office/drawing/2014/main" id="{63AE00B0-780F-4053-8FE9-B7D321217AFF}"/>
                </a:ext>
              </a:extLst>
            </p:cNvPr>
            <p:cNvSpPr/>
            <p:nvPr/>
          </p:nvSpPr>
          <p:spPr>
            <a:xfrm>
              <a:off x="1298712" y="6507088"/>
              <a:ext cx="19689" cy="19689"/>
            </a:xfrm>
            <a:custGeom>
              <a:avLst/>
              <a:gdLst>
                <a:gd name="connsiteX0" fmla="*/ 3988 w 19689"/>
                <a:gd name="connsiteY0" fmla="*/ 0 h 19689"/>
                <a:gd name="connsiteX1" fmla="*/ 0 w 19689"/>
                <a:gd name="connsiteY1" fmla="*/ 19689 h 19689"/>
                <a:gd name="connsiteX2" fmla="*/ 15702 w 19689"/>
                <a:gd name="connsiteY2" fmla="*/ 19689 h 19689"/>
                <a:gd name="connsiteX3" fmla="*/ 19689 w 19689"/>
                <a:gd name="connsiteY3" fmla="*/ 0 h 19689"/>
                <a:gd name="connsiteX4" fmla="*/ 3988 w 19689"/>
                <a:gd name="connsiteY4" fmla="*/ 0 h 1968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9689" h="19689">
                  <a:moveTo>
                    <a:pt x="3988" y="0"/>
                  </a:moveTo>
                  <a:lnTo>
                    <a:pt x="0" y="19689"/>
                  </a:lnTo>
                  <a:lnTo>
                    <a:pt x="15702" y="19689"/>
                  </a:lnTo>
                  <a:lnTo>
                    <a:pt x="19689" y="0"/>
                  </a:lnTo>
                  <a:lnTo>
                    <a:pt x="3988" y="0"/>
                  </a:lnTo>
                  <a:close/>
                </a:path>
              </a:pathLst>
            </a:custGeom>
            <a:grpFill/>
            <a:ln w="12419" cap="flat">
              <a:noFill/>
              <a:prstDash val="solid"/>
              <a:miter/>
            </a:ln>
          </p:spPr>
          <p:txBody>
            <a:bodyPr rtlCol="0" anchor="ctr"/>
            <a:lstStyle/>
            <a:p>
              <a:endParaRPr lang="de-CH" noProof="0"/>
            </a:p>
          </p:txBody>
        </p:sp>
        <p:sp>
          <p:nvSpPr>
            <p:cNvPr id="23" name="Freihandform: Form 22">
              <a:extLst>
                <a:ext uri="{FF2B5EF4-FFF2-40B4-BE49-F238E27FC236}">
                  <a16:creationId xmlns:a16="http://schemas.microsoft.com/office/drawing/2014/main" id="{2406CEAF-7399-4CCB-A322-03F0BA2532F5}"/>
                </a:ext>
              </a:extLst>
            </p:cNvPr>
            <p:cNvSpPr/>
            <p:nvPr/>
          </p:nvSpPr>
          <p:spPr>
            <a:xfrm>
              <a:off x="731837" y="6507088"/>
              <a:ext cx="417960" cy="157638"/>
            </a:xfrm>
            <a:custGeom>
              <a:avLst/>
              <a:gdLst>
                <a:gd name="connsiteX0" fmla="*/ 368612 w 417960"/>
                <a:gd name="connsiteY0" fmla="*/ 0 h 157638"/>
                <a:gd name="connsiteX1" fmla="*/ 356151 w 417960"/>
                <a:gd name="connsiteY1" fmla="*/ 61062 h 157638"/>
                <a:gd name="connsiteX2" fmla="*/ 320760 w 417960"/>
                <a:gd name="connsiteY2" fmla="*/ 61062 h 157638"/>
                <a:gd name="connsiteX3" fmla="*/ 333222 w 417960"/>
                <a:gd name="connsiteY3" fmla="*/ 0 h 157638"/>
                <a:gd name="connsiteX4" fmla="*/ 31652 w 417960"/>
                <a:gd name="connsiteY4" fmla="*/ 0 h 157638"/>
                <a:gd name="connsiteX5" fmla="*/ 0 w 417960"/>
                <a:gd name="connsiteY5" fmla="*/ 157638 h 157638"/>
                <a:gd name="connsiteX6" fmla="*/ 120254 w 417960"/>
                <a:gd name="connsiteY6" fmla="*/ 157638 h 157638"/>
                <a:gd name="connsiteX7" fmla="*/ 128105 w 417960"/>
                <a:gd name="connsiteY7" fmla="*/ 118260 h 157638"/>
                <a:gd name="connsiteX8" fmla="*/ 57074 w 417960"/>
                <a:gd name="connsiteY8" fmla="*/ 118260 h 157638"/>
                <a:gd name="connsiteX9" fmla="*/ 61435 w 417960"/>
                <a:gd name="connsiteY9" fmla="*/ 96577 h 157638"/>
                <a:gd name="connsiteX10" fmla="*/ 132342 w 417960"/>
                <a:gd name="connsiteY10" fmla="*/ 96577 h 157638"/>
                <a:gd name="connsiteX11" fmla="*/ 139569 w 417960"/>
                <a:gd name="connsiteY11" fmla="*/ 61062 h 157638"/>
                <a:gd name="connsiteX12" fmla="*/ 68538 w 417960"/>
                <a:gd name="connsiteY12" fmla="*/ 61062 h 157638"/>
                <a:gd name="connsiteX13" fmla="*/ 72900 w 417960"/>
                <a:gd name="connsiteY13" fmla="*/ 39378 h 157638"/>
                <a:gd name="connsiteX14" fmla="*/ 185303 w 417960"/>
                <a:gd name="connsiteY14" fmla="*/ 39378 h 157638"/>
                <a:gd name="connsiteX15" fmla="*/ 161626 w 417960"/>
                <a:gd name="connsiteY15" fmla="*/ 157638 h 157638"/>
                <a:gd name="connsiteX16" fmla="*/ 210849 w 417960"/>
                <a:gd name="connsiteY16" fmla="*/ 157638 h 157638"/>
                <a:gd name="connsiteX17" fmla="*/ 234651 w 417960"/>
                <a:gd name="connsiteY17" fmla="*/ 39378 h 157638"/>
                <a:gd name="connsiteX18" fmla="*/ 276023 w 417960"/>
                <a:gd name="connsiteY18" fmla="*/ 39378 h 157638"/>
                <a:gd name="connsiteX19" fmla="*/ 252222 w 417960"/>
                <a:gd name="connsiteY19" fmla="*/ 157638 h 157638"/>
                <a:gd name="connsiteX20" fmla="*/ 301569 w 417960"/>
                <a:gd name="connsiteY20" fmla="*/ 157638 h 157638"/>
                <a:gd name="connsiteX21" fmla="*/ 313657 w 417960"/>
                <a:gd name="connsiteY21" fmla="*/ 96577 h 157638"/>
                <a:gd name="connsiteX22" fmla="*/ 349172 w 417960"/>
                <a:gd name="connsiteY22" fmla="*/ 96577 h 157638"/>
                <a:gd name="connsiteX23" fmla="*/ 336960 w 417960"/>
                <a:gd name="connsiteY23" fmla="*/ 157638 h 157638"/>
                <a:gd name="connsiteX24" fmla="*/ 386308 w 417960"/>
                <a:gd name="connsiteY24" fmla="*/ 157638 h 157638"/>
                <a:gd name="connsiteX25" fmla="*/ 417960 w 417960"/>
                <a:gd name="connsiteY25" fmla="*/ 0 h 157638"/>
                <a:gd name="connsiteX26" fmla="*/ 368612 w 417960"/>
                <a:gd name="connsiteY26" fmla="*/ 0 h 15763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Lst>
              <a:rect l="l" t="t" r="r" b="b"/>
              <a:pathLst>
                <a:path w="417960" h="157638">
                  <a:moveTo>
                    <a:pt x="368612" y="0"/>
                  </a:moveTo>
                  <a:lnTo>
                    <a:pt x="356151" y="61062"/>
                  </a:lnTo>
                  <a:lnTo>
                    <a:pt x="320760" y="61062"/>
                  </a:lnTo>
                  <a:lnTo>
                    <a:pt x="333222" y="0"/>
                  </a:lnTo>
                  <a:lnTo>
                    <a:pt x="31652" y="0"/>
                  </a:lnTo>
                  <a:lnTo>
                    <a:pt x="0" y="157638"/>
                  </a:lnTo>
                  <a:lnTo>
                    <a:pt x="120254" y="157638"/>
                  </a:lnTo>
                  <a:lnTo>
                    <a:pt x="128105" y="118260"/>
                  </a:lnTo>
                  <a:lnTo>
                    <a:pt x="57074" y="118260"/>
                  </a:lnTo>
                  <a:lnTo>
                    <a:pt x="61435" y="96577"/>
                  </a:lnTo>
                  <a:lnTo>
                    <a:pt x="132342" y="96577"/>
                  </a:lnTo>
                  <a:lnTo>
                    <a:pt x="139569" y="61062"/>
                  </a:lnTo>
                  <a:lnTo>
                    <a:pt x="68538" y="61062"/>
                  </a:lnTo>
                  <a:lnTo>
                    <a:pt x="72900" y="39378"/>
                  </a:lnTo>
                  <a:lnTo>
                    <a:pt x="185303" y="39378"/>
                  </a:lnTo>
                  <a:lnTo>
                    <a:pt x="161626" y="157638"/>
                  </a:lnTo>
                  <a:lnTo>
                    <a:pt x="210849" y="157638"/>
                  </a:lnTo>
                  <a:lnTo>
                    <a:pt x="234651" y="39378"/>
                  </a:lnTo>
                  <a:lnTo>
                    <a:pt x="276023" y="39378"/>
                  </a:lnTo>
                  <a:lnTo>
                    <a:pt x="252222" y="157638"/>
                  </a:lnTo>
                  <a:lnTo>
                    <a:pt x="301569" y="157638"/>
                  </a:lnTo>
                  <a:lnTo>
                    <a:pt x="313657" y="96577"/>
                  </a:lnTo>
                  <a:lnTo>
                    <a:pt x="349172" y="96577"/>
                  </a:lnTo>
                  <a:lnTo>
                    <a:pt x="336960" y="157638"/>
                  </a:lnTo>
                  <a:lnTo>
                    <a:pt x="386308" y="157638"/>
                  </a:lnTo>
                  <a:lnTo>
                    <a:pt x="417960" y="0"/>
                  </a:lnTo>
                  <a:lnTo>
                    <a:pt x="368612" y="0"/>
                  </a:lnTo>
                  <a:close/>
                </a:path>
              </a:pathLst>
            </a:custGeom>
            <a:grpFill/>
            <a:ln w="12419" cap="flat">
              <a:noFill/>
              <a:prstDash val="solid"/>
              <a:miter/>
            </a:ln>
          </p:spPr>
          <p:txBody>
            <a:bodyPr rtlCol="0" anchor="ctr"/>
            <a:lstStyle/>
            <a:p>
              <a:endParaRPr lang="de-CH" noProof="0"/>
            </a:p>
          </p:txBody>
        </p:sp>
      </p:grpSp>
    </p:spTree>
    <p:extLst>
      <p:ext uri="{BB962C8B-B14F-4D97-AF65-F5344CB8AC3E}">
        <p14:creationId xmlns:p14="http://schemas.microsoft.com/office/powerpoint/2010/main" val="3716835328"/>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Inhalt Bi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3346F7F9-CBC8-4641-B12B-7E76FD213E12}"/>
              </a:ext>
            </a:extLst>
          </p:cNvPr>
          <p:cNvSpPr>
            <a:spLocks noGrp="1"/>
          </p:cNvSpPr>
          <p:nvPr>
            <p:ph type="title"/>
          </p:nvPr>
        </p:nvSpPr>
        <p:spPr/>
        <p:txBody>
          <a:bodyPr/>
          <a:lstStyle>
            <a:lvl1pPr>
              <a:defRPr/>
            </a:lvl1pPr>
          </a:lstStyle>
          <a:p>
            <a:r>
              <a:rPr lang="de-DE" noProof="0"/>
              <a:t>Mastertitelformat bearbeiten</a:t>
            </a:r>
            <a:endParaRPr lang="de-CH" noProof="0"/>
          </a:p>
        </p:txBody>
      </p:sp>
      <p:sp>
        <p:nvSpPr>
          <p:cNvPr id="4" name="Datumsplatzhalter 3">
            <a:extLst>
              <a:ext uri="{FF2B5EF4-FFF2-40B4-BE49-F238E27FC236}">
                <a16:creationId xmlns:a16="http://schemas.microsoft.com/office/drawing/2014/main" id="{67DB21BA-81C0-43DB-A42C-5F672DBC37F2}"/>
              </a:ext>
            </a:extLst>
          </p:cNvPr>
          <p:cNvSpPr>
            <a:spLocks noGrp="1"/>
          </p:cNvSpPr>
          <p:nvPr>
            <p:ph type="dt" sz="half" idx="10"/>
          </p:nvPr>
        </p:nvSpPr>
        <p:spPr/>
        <p:txBody>
          <a:bodyPr/>
          <a:lstStyle/>
          <a:p>
            <a:fld id="{C47C2547-0B26-4181-9958-0F74634B97A1}" type="datetime1">
              <a:rPr lang="de-CH" noProof="0" smtClean="0"/>
              <a:t>28.04.2026</a:t>
            </a:fld>
            <a:endParaRPr lang="de-CH" noProof="0"/>
          </a:p>
        </p:txBody>
      </p:sp>
      <p:sp>
        <p:nvSpPr>
          <p:cNvPr id="5" name="Fußzeilenplatzhalter 4">
            <a:extLst>
              <a:ext uri="{FF2B5EF4-FFF2-40B4-BE49-F238E27FC236}">
                <a16:creationId xmlns:a16="http://schemas.microsoft.com/office/drawing/2014/main" id="{1BC78786-28C3-4EAB-A3FC-1A4BFA8447EC}"/>
              </a:ext>
            </a:extLst>
          </p:cNvPr>
          <p:cNvSpPr>
            <a:spLocks noGrp="1"/>
          </p:cNvSpPr>
          <p:nvPr>
            <p:ph type="ftr" sz="quarter" idx="11"/>
          </p:nvPr>
        </p:nvSpPr>
        <p:spPr/>
        <p:txBody>
          <a:bodyPr/>
          <a:lstStyle/>
          <a:p>
            <a:r>
              <a:rPr lang="de-DE" noProof="0"/>
              <a:t>Organisationseinheit verbal</a:t>
            </a:r>
            <a:endParaRPr lang="de-CH" noProof="0"/>
          </a:p>
        </p:txBody>
      </p:sp>
      <p:sp>
        <p:nvSpPr>
          <p:cNvPr id="6" name="Foliennummernplatzhalter 5">
            <a:extLst>
              <a:ext uri="{FF2B5EF4-FFF2-40B4-BE49-F238E27FC236}">
                <a16:creationId xmlns:a16="http://schemas.microsoft.com/office/drawing/2014/main" id="{0FC1D5C1-A4AD-42D4-93B7-D3B71140E3A1}"/>
              </a:ext>
            </a:extLst>
          </p:cNvPr>
          <p:cNvSpPr>
            <a:spLocks noGrp="1"/>
          </p:cNvSpPr>
          <p:nvPr>
            <p:ph type="sldNum" sz="quarter" idx="12"/>
          </p:nvPr>
        </p:nvSpPr>
        <p:spPr/>
        <p:txBody>
          <a:bodyPr/>
          <a:lstStyle/>
          <a:p>
            <a:fld id="{5ACA52AF-F19D-405C-AD5F-7D94B96A5CC3}" type="slidenum">
              <a:rPr lang="de-CH" noProof="0" smtClean="0"/>
              <a:t>‹Nr.›</a:t>
            </a:fld>
            <a:endParaRPr lang="de-CH" noProof="0"/>
          </a:p>
        </p:txBody>
      </p:sp>
      <p:pic>
        <p:nvPicPr>
          <p:cNvPr id="7" name="Grafik 6">
            <a:extLst>
              <a:ext uri="{FF2B5EF4-FFF2-40B4-BE49-F238E27FC236}">
                <a16:creationId xmlns:a16="http://schemas.microsoft.com/office/drawing/2014/main" id="{7F7C476A-2849-4D68-9FA2-3A5CFC13C833}"/>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a:off x="731837" y="6507088"/>
            <a:ext cx="984462" cy="162000"/>
          </a:xfrm>
          <a:prstGeom prst="rect">
            <a:avLst/>
          </a:prstGeom>
        </p:spPr>
      </p:pic>
      <p:sp>
        <p:nvSpPr>
          <p:cNvPr id="11" name="Bildplatzhalter 10">
            <a:extLst>
              <a:ext uri="{FF2B5EF4-FFF2-40B4-BE49-F238E27FC236}">
                <a16:creationId xmlns:a16="http://schemas.microsoft.com/office/drawing/2014/main" id="{05941150-30DE-48F5-9038-0E82CD18DE28}"/>
              </a:ext>
            </a:extLst>
          </p:cNvPr>
          <p:cNvSpPr>
            <a:spLocks noGrp="1"/>
          </p:cNvSpPr>
          <p:nvPr>
            <p:ph type="pic" sz="quarter" idx="13"/>
          </p:nvPr>
        </p:nvSpPr>
        <p:spPr>
          <a:xfrm>
            <a:off x="731837" y="1412874"/>
            <a:ext cx="10728000" cy="4860000"/>
          </a:xfrm>
        </p:spPr>
        <p:txBody>
          <a:bodyPr tIns="1620000"/>
          <a:lstStyle>
            <a:lvl1pPr marL="0" indent="0" algn="ctr">
              <a:buNone/>
              <a:defRPr/>
            </a:lvl1pPr>
          </a:lstStyle>
          <a:p>
            <a:r>
              <a:rPr lang="de-DE" noProof="0"/>
              <a:t>Bild durch Klicken auf Symbol hinzufügen</a:t>
            </a:r>
            <a:endParaRPr lang="de-CH" noProof="0"/>
          </a:p>
        </p:txBody>
      </p:sp>
    </p:spTree>
    <p:extLst>
      <p:ext uri="{BB962C8B-B14F-4D97-AF65-F5344CB8AC3E}">
        <p14:creationId xmlns:p14="http://schemas.microsoft.com/office/powerpoint/2010/main" val="943852122"/>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Bild full page">
    <p:spTree>
      <p:nvGrpSpPr>
        <p:cNvPr id="1" name=""/>
        <p:cNvGrpSpPr/>
        <p:nvPr/>
      </p:nvGrpSpPr>
      <p:grpSpPr>
        <a:xfrm>
          <a:off x="0" y="0"/>
          <a:ext cx="0" cy="0"/>
          <a:chOff x="0" y="0"/>
          <a:chExt cx="0" cy="0"/>
        </a:xfrm>
      </p:grpSpPr>
      <p:sp>
        <p:nvSpPr>
          <p:cNvPr id="4" name="Datumsplatzhalter 3">
            <a:extLst>
              <a:ext uri="{FF2B5EF4-FFF2-40B4-BE49-F238E27FC236}">
                <a16:creationId xmlns:a16="http://schemas.microsoft.com/office/drawing/2014/main" id="{67DB21BA-81C0-43DB-A42C-5F672DBC37F2}"/>
              </a:ext>
            </a:extLst>
          </p:cNvPr>
          <p:cNvSpPr>
            <a:spLocks noGrp="1"/>
          </p:cNvSpPr>
          <p:nvPr>
            <p:ph type="dt" sz="half" idx="10"/>
          </p:nvPr>
        </p:nvSpPr>
        <p:spPr/>
        <p:txBody>
          <a:bodyPr/>
          <a:lstStyle/>
          <a:p>
            <a:fld id="{4A533879-9C0F-4F94-919F-30B833E8871A}" type="datetime1">
              <a:rPr lang="de-CH" noProof="0" smtClean="0"/>
              <a:t>28.04.2026</a:t>
            </a:fld>
            <a:endParaRPr lang="de-CH" noProof="0"/>
          </a:p>
        </p:txBody>
      </p:sp>
      <p:sp>
        <p:nvSpPr>
          <p:cNvPr id="5" name="Fußzeilenplatzhalter 4">
            <a:extLst>
              <a:ext uri="{FF2B5EF4-FFF2-40B4-BE49-F238E27FC236}">
                <a16:creationId xmlns:a16="http://schemas.microsoft.com/office/drawing/2014/main" id="{1BC78786-28C3-4EAB-A3FC-1A4BFA8447EC}"/>
              </a:ext>
            </a:extLst>
          </p:cNvPr>
          <p:cNvSpPr>
            <a:spLocks noGrp="1"/>
          </p:cNvSpPr>
          <p:nvPr>
            <p:ph type="ftr" sz="quarter" idx="11"/>
          </p:nvPr>
        </p:nvSpPr>
        <p:spPr/>
        <p:txBody>
          <a:bodyPr/>
          <a:lstStyle/>
          <a:p>
            <a:r>
              <a:rPr lang="de-DE" noProof="0"/>
              <a:t>Organisationseinheit verbal</a:t>
            </a:r>
            <a:endParaRPr lang="de-CH" noProof="0"/>
          </a:p>
        </p:txBody>
      </p:sp>
      <p:sp>
        <p:nvSpPr>
          <p:cNvPr id="6" name="Foliennummernplatzhalter 5">
            <a:extLst>
              <a:ext uri="{FF2B5EF4-FFF2-40B4-BE49-F238E27FC236}">
                <a16:creationId xmlns:a16="http://schemas.microsoft.com/office/drawing/2014/main" id="{0FC1D5C1-A4AD-42D4-93B7-D3B71140E3A1}"/>
              </a:ext>
            </a:extLst>
          </p:cNvPr>
          <p:cNvSpPr>
            <a:spLocks noGrp="1"/>
          </p:cNvSpPr>
          <p:nvPr>
            <p:ph type="sldNum" sz="quarter" idx="12"/>
          </p:nvPr>
        </p:nvSpPr>
        <p:spPr/>
        <p:txBody>
          <a:bodyPr/>
          <a:lstStyle/>
          <a:p>
            <a:fld id="{5ACA52AF-F19D-405C-AD5F-7D94B96A5CC3}" type="slidenum">
              <a:rPr lang="de-CH" noProof="0" smtClean="0"/>
              <a:t>‹Nr.›</a:t>
            </a:fld>
            <a:endParaRPr lang="de-CH" noProof="0"/>
          </a:p>
        </p:txBody>
      </p:sp>
      <p:pic>
        <p:nvPicPr>
          <p:cNvPr id="7" name="Grafik 6">
            <a:extLst>
              <a:ext uri="{FF2B5EF4-FFF2-40B4-BE49-F238E27FC236}">
                <a16:creationId xmlns:a16="http://schemas.microsoft.com/office/drawing/2014/main" id="{7F7C476A-2849-4D68-9FA2-3A5CFC13C833}"/>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a:off x="731837" y="6507088"/>
            <a:ext cx="984462" cy="162000"/>
          </a:xfrm>
          <a:prstGeom prst="rect">
            <a:avLst/>
          </a:prstGeom>
        </p:spPr>
      </p:pic>
      <p:sp>
        <p:nvSpPr>
          <p:cNvPr id="11" name="Bildplatzhalter 10">
            <a:extLst>
              <a:ext uri="{FF2B5EF4-FFF2-40B4-BE49-F238E27FC236}">
                <a16:creationId xmlns:a16="http://schemas.microsoft.com/office/drawing/2014/main" id="{05941150-30DE-48F5-9038-0E82CD18DE28}"/>
              </a:ext>
            </a:extLst>
          </p:cNvPr>
          <p:cNvSpPr>
            <a:spLocks noGrp="1"/>
          </p:cNvSpPr>
          <p:nvPr>
            <p:ph type="pic" sz="quarter" idx="13"/>
          </p:nvPr>
        </p:nvSpPr>
        <p:spPr>
          <a:xfrm>
            <a:off x="731837" y="260350"/>
            <a:ext cx="10728000" cy="6012524"/>
          </a:xfrm>
        </p:spPr>
        <p:txBody>
          <a:bodyPr tIns="2160000"/>
          <a:lstStyle>
            <a:lvl1pPr marL="0" indent="0" algn="ctr">
              <a:buNone/>
              <a:defRPr/>
            </a:lvl1pPr>
          </a:lstStyle>
          <a:p>
            <a:r>
              <a:rPr lang="de-DE" noProof="0"/>
              <a:t>Bild durch Klicken auf Symbol hinzufügen</a:t>
            </a:r>
            <a:endParaRPr lang="de-CH" noProof="0"/>
          </a:p>
        </p:txBody>
      </p:sp>
    </p:spTree>
    <p:extLst>
      <p:ext uri="{BB962C8B-B14F-4D97-AF65-F5344CB8AC3E}">
        <p14:creationId xmlns:p14="http://schemas.microsoft.com/office/powerpoint/2010/main" val="2842048334"/>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Inhalt zwei Spalten">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3346F7F9-CBC8-4641-B12B-7E76FD213E12}"/>
              </a:ext>
            </a:extLst>
          </p:cNvPr>
          <p:cNvSpPr>
            <a:spLocks noGrp="1"/>
          </p:cNvSpPr>
          <p:nvPr>
            <p:ph type="title"/>
          </p:nvPr>
        </p:nvSpPr>
        <p:spPr/>
        <p:txBody>
          <a:bodyPr/>
          <a:lstStyle/>
          <a:p>
            <a:r>
              <a:rPr lang="de-DE" noProof="0"/>
              <a:t>Mastertitelformat bearbeiten</a:t>
            </a:r>
            <a:endParaRPr lang="de-CH" noProof="0"/>
          </a:p>
        </p:txBody>
      </p:sp>
      <p:sp>
        <p:nvSpPr>
          <p:cNvPr id="3" name="Inhaltsplatzhalter 2">
            <a:extLst>
              <a:ext uri="{FF2B5EF4-FFF2-40B4-BE49-F238E27FC236}">
                <a16:creationId xmlns:a16="http://schemas.microsoft.com/office/drawing/2014/main" id="{87D3E2EF-5F98-49EC-BCEA-B215D49920A3}"/>
              </a:ext>
            </a:extLst>
          </p:cNvPr>
          <p:cNvSpPr>
            <a:spLocks noGrp="1"/>
          </p:cNvSpPr>
          <p:nvPr>
            <p:ph idx="1"/>
          </p:nvPr>
        </p:nvSpPr>
        <p:spPr>
          <a:xfrm>
            <a:off x="6204163" y="1412875"/>
            <a:ext cx="5256000" cy="4860000"/>
          </a:xfrm>
        </p:spPr>
        <p:txBody>
          <a:bodyPr/>
          <a:lstStyle/>
          <a:p>
            <a:pPr lvl="0"/>
            <a:r>
              <a:rPr lang="de-DE" noProof="0"/>
              <a:t>Mastertextformat bearbeiten</a:t>
            </a:r>
          </a:p>
          <a:p>
            <a:pPr lvl="1"/>
            <a:r>
              <a:rPr lang="de-DE" noProof="0"/>
              <a:t>Zweite Ebene</a:t>
            </a:r>
          </a:p>
          <a:p>
            <a:pPr lvl="2"/>
            <a:r>
              <a:rPr lang="de-DE" noProof="0"/>
              <a:t>Dritte Ebene</a:t>
            </a:r>
          </a:p>
          <a:p>
            <a:pPr lvl="3"/>
            <a:r>
              <a:rPr lang="de-DE" noProof="0"/>
              <a:t>Vierte Ebene</a:t>
            </a:r>
          </a:p>
          <a:p>
            <a:pPr lvl="4"/>
            <a:r>
              <a:rPr lang="de-DE" noProof="0"/>
              <a:t>Fünfte Ebene</a:t>
            </a:r>
            <a:endParaRPr lang="de-CH" noProof="0"/>
          </a:p>
        </p:txBody>
      </p:sp>
      <p:sp>
        <p:nvSpPr>
          <p:cNvPr id="4" name="Datumsplatzhalter 3">
            <a:extLst>
              <a:ext uri="{FF2B5EF4-FFF2-40B4-BE49-F238E27FC236}">
                <a16:creationId xmlns:a16="http://schemas.microsoft.com/office/drawing/2014/main" id="{67DB21BA-81C0-43DB-A42C-5F672DBC37F2}"/>
              </a:ext>
            </a:extLst>
          </p:cNvPr>
          <p:cNvSpPr>
            <a:spLocks noGrp="1"/>
          </p:cNvSpPr>
          <p:nvPr>
            <p:ph type="dt" sz="half" idx="10"/>
          </p:nvPr>
        </p:nvSpPr>
        <p:spPr/>
        <p:txBody>
          <a:bodyPr/>
          <a:lstStyle/>
          <a:p>
            <a:fld id="{68EF82BE-DF56-4719-B180-C3B0D509F71F}" type="datetime1">
              <a:rPr lang="de-CH" noProof="0" smtClean="0"/>
              <a:t>28.04.2026</a:t>
            </a:fld>
            <a:endParaRPr lang="de-CH" noProof="0"/>
          </a:p>
        </p:txBody>
      </p:sp>
      <p:sp>
        <p:nvSpPr>
          <p:cNvPr id="5" name="Fußzeilenplatzhalter 4">
            <a:extLst>
              <a:ext uri="{FF2B5EF4-FFF2-40B4-BE49-F238E27FC236}">
                <a16:creationId xmlns:a16="http://schemas.microsoft.com/office/drawing/2014/main" id="{1BC78786-28C3-4EAB-A3FC-1A4BFA8447EC}"/>
              </a:ext>
            </a:extLst>
          </p:cNvPr>
          <p:cNvSpPr>
            <a:spLocks noGrp="1"/>
          </p:cNvSpPr>
          <p:nvPr>
            <p:ph type="ftr" sz="quarter" idx="11"/>
          </p:nvPr>
        </p:nvSpPr>
        <p:spPr/>
        <p:txBody>
          <a:bodyPr/>
          <a:lstStyle/>
          <a:p>
            <a:r>
              <a:rPr lang="de-DE" noProof="0"/>
              <a:t>Organisationseinheit verbal</a:t>
            </a:r>
            <a:endParaRPr lang="de-CH" noProof="0"/>
          </a:p>
        </p:txBody>
      </p:sp>
      <p:sp>
        <p:nvSpPr>
          <p:cNvPr id="6" name="Foliennummernplatzhalter 5">
            <a:extLst>
              <a:ext uri="{FF2B5EF4-FFF2-40B4-BE49-F238E27FC236}">
                <a16:creationId xmlns:a16="http://schemas.microsoft.com/office/drawing/2014/main" id="{0FC1D5C1-A4AD-42D4-93B7-D3B71140E3A1}"/>
              </a:ext>
            </a:extLst>
          </p:cNvPr>
          <p:cNvSpPr>
            <a:spLocks noGrp="1"/>
          </p:cNvSpPr>
          <p:nvPr>
            <p:ph type="sldNum" sz="quarter" idx="12"/>
          </p:nvPr>
        </p:nvSpPr>
        <p:spPr/>
        <p:txBody>
          <a:bodyPr/>
          <a:lstStyle/>
          <a:p>
            <a:fld id="{5ACA52AF-F19D-405C-AD5F-7D94B96A5CC3}" type="slidenum">
              <a:rPr lang="de-CH" noProof="0" smtClean="0"/>
              <a:t>‹Nr.›</a:t>
            </a:fld>
            <a:endParaRPr lang="de-CH" noProof="0"/>
          </a:p>
        </p:txBody>
      </p:sp>
      <p:pic>
        <p:nvPicPr>
          <p:cNvPr id="7" name="Grafik 6">
            <a:extLst>
              <a:ext uri="{FF2B5EF4-FFF2-40B4-BE49-F238E27FC236}">
                <a16:creationId xmlns:a16="http://schemas.microsoft.com/office/drawing/2014/main" id="{7F7C476A-2849-4D68-9FA2-3A5CFC13C833}"/>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a:off x="731837" y="6507088"/>
            <a:ext cx="984462" cy="162000"/>
          </a:xfrm>
          <a:prstGeom prst="rect">
            <a:avLst/>
          </a:prstGeom>
        </p:spPr>
      </p:pic>
      <p:sp>
        <p:nvSpPr>
          <p:cNvPr id="11" name="Bildplatzhalter 10">
            <a:extLst>
              <a:ext uri="{FF2B5EF4-FFF2-40B4-BE49-F238E27FC236}">
                <a16:creationId xmlns:a16="http://schemas.microsoft.com/office/drawing/2014/main" id="{221A3BAE-B19D-4390-B4A5-2C8A2CC87C59}"/>
              </a:ext>
            </a:extLst>
          </p:cNvPr>
          <p:cNvSpPr>
            <a:spLocks noGrp="1"/>
          </p:cNvSpPr>
          <p:nvPr>
            <p:ph type="pic" sz="quarter" idx="13"/>
          </p:nvPr>
        </p:nvSpPr>
        <p:spPr>
          <a:xfrm>
            <a:off x="731838" y="1412875"/>
            <a:ext cx="5040000" cy="4860000"/>
          </a:xfrm>
        </p:spPr>
        <p:txBody>
          <a:bodyPr tIns="1620000"/>
          <a:lstStyle>
            <a:lvl1pPr marL="0" indent="0" algn="ctr">
              <a:buNone/>
              <a:defRPr/>
            </a:lvl1pPr>
          </a:lstStyle>
          <a:p>
            <a:r>
              <a:rPr lang="de-DE" noProof="0"/>
              <a:t>Bild durch Klicken auf Symbol hinzufügen</a:t>
            </a:r>
            <a:endParaRPr lang="de-CH" noProof="0"/>
          </a:p>
        </p:txBody>
      </p:sp>
    </p:spTree>
    <p:extLst>
      <p:ext uri="{BB962C8B-B14F-4D97-AF65-F5344CB8AC3E}">
        <p14:creationId xmlns:p14="http://schemas.microsoft.com/office/powerpoint/2010/main" val="3996394784"/>
      </p:ext>
    </p:extLst>
  </p:cSld>
  <p:clrMapOvr>
    <a:masterClrMapping/>
  </p:clrMapOvr>
  <p:extLst>
    <p:ext uri="{DCECCB84-F9BA-43D5-87BE-67443E8EF086}">
      <p15:sldGuideLst xmlns:p15="http://schemas.microsoft.com/office/powerpoint/2012/main">
        <p15:guide id="1" orient="horz" pos="3952" userDrawn="1">
          <p15:clr>
            <a:srgbClr val="FBAE40"/>
          </p15:clr>
        </p15:guide>
      </p15:sldGuideLst>
    </p:ext>
  </p:extLst>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Inhalt 2 Bilder">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3346F7F9-CBC8-4641-B12B-7E76FD213E12}"/>
              </a:ext>
            </a:extLst>
          </p:cNvPr>
          <p:cNvSpPr>
            <a:spLocks noGrp="1"/>
          </p:cNvSpPr>
          <p:nvPr>
            <p:ph type="title"/>
          </p:nvPr>
        </p:nvSpPr>
        <p:spPr/>
        <p:txBody>
          <a:bodyPr/>
          <a:lstStyle/>
          <a:p>
            <a:r>
              <a:rPr lang="de-DE" noProof="0"/>
              <a:t>Mastertitelformat bearbeiten</a:t>
            </a:r>
            <a:endParaRPr lang="de-CH" noProof="0"/>
          </a:p>
        </p:txBody>
      </p:sp>
      <p:sp>
        <p:nvSpPr>
          <p:cNvPr id="3" name="Inhaltsplatzhalter 2">
            <a:extLst>
              <a:ext uri="{FF2B5EF4-FFF2-40B4-BE49-F238E27FC236}">
                <a16:creationId xmlns:a16="http://schemas.microsoft.com/office/drawing/2014/main" id="{87D3E2EF-5F98-49EC-BCEA-B215D49920A3}"/>
              </a:ext>
            </a:extLst>
          </p:cNvPr>
          <p:cNvSpPr>
            <a:spLocks noGrp="1"/>
          </p:cNvSpPr>
          <p:nvPr>
            <p:ph idx="1"/>
          </p:nvPr>
        </p:nvSpPr>
        <p:spPr>
          <a:xfrm>
            <a:off x="731836" y="5121800"/>
            <a:ext cx="5255999" cy="1152000"/>
          </a:xfrm>
        </p:spPr>
        <p:txBody>
          <a:bodyPr/>
          <a:lstStyle/>
          <a:p>
            <a:pPr lvl="0"/>
            <a:r>
              <a:rPr lang="de-DE" noProof="0"/>
              <a:t>Mastertextformat bearbeiten</a:t>
            </a:r>
          </a:p>
          <a:p>
            <a:pPr lvl="1"/>
            <a:r>
              <a:rPr lang="de-DE" noProof="0"/>
              <a:t>Zweite Ebene</a:t>
            </a:r>
          </a:p>
          <a:p>
            <a:pPr lvl="2"/>
            <a:r>
              <a:rPr lang="de-DE" noProof="0"/>
              <a:t>Dritte Ebene</a:t>
            </a:r>
          </a:p>
          <a:p>
            <a:pPr lvl="3"/>
            <a:r>
              <a:rPr lang="de-DE" noProof="0"/>
              <a:t>Vierte Ebene</a:t>
            </a:r>
          </a:p>
          <a:p>
            <a:pPr lvl="4"/>
            <a:r>
              <a:rPr lang="de-DE" noProof="0"/>
              <a:t>Fünfte Ebene</a:t>
            </a:r>
            <a:endParaRPr lang="de-CH" noProof="0"/>
          </a:p>
        </p:txBody>
      </p:sp>
      <p:sp>
        <p:nvSpPr>
          <p:cNvPr id="4" name="Datumsplatzhalter 3">
            <a:extLst>
              <a:ext uri="{FF2B5EF4-FFF2-40B4-BE49-F238E27FC236}">
                <a16:creationId xmlns:a16="http://schemas.microsoft.com/office/drawing/2014/main" id="{67DB21BA-81C0-43DB-A42C-5F672DBC37F2}"/>
              </a:ext>
            </a:extLst>
          </p:cNvPr>
          <p:cNvSpPr>
            <a:spLocks noGrp="1"/>
          </p:cNvSpPr>
          <p:nvPr>
            <p:ph type="dt" sz="half" idx="10"/>
          </p:nvPr>
        </p:nvSpPr>
        <p:spPr/>
        <p:txBody>
          <a:bodyPr/>
          <a:lstStyle/>
          <a:p>
            <a:fld id="{3E1B9425-7348-43E2-B0E9-6A2A48F5FA8A}" type="datetime1">
              <a:rPr lang="de-CH" noProof="0" smtClean="0"/>
              <a:t>28.04.2026</a:t>
            </a:fld>
            <a:endParaRPr lang="de-CH" noProof="0"/>
          </a:p>
        </p:txBody>
      </p:sp>
      <p:sp>
        <p:nvSpPr>
          <p:cNvPr id="5" name="Fußzeilenplatzhalter 4">
            <a:extLst>
              <a:ext uri="{FF2B5EF4-FFF2-40B4-BE49-F238E27FC236}">
                <a16:creationId xmlns:a16="http://schemas.microsoft.com/office/drawing/2014/main" id="{1BC78786-28C3-4EAB-A3FC-1A4BFA8447EC}"/>
              </a:ext>
            </a:extLst>
          </p:cNvPr>
          <p:cNvSpPr>
            <a:spLocks noGrp="1"/>
          </p:cNvSpPr>
          <p:nvPr>
            <p:ph type="ftr" sz="quarter" idx="11"/>
          </p:nvPr>
        </p:nvSpPr>
        <p:spPr/>
        <p:txBody>
          <a:bodyPr/>
          <a:lstStyle/>
          <a:p>
            <a:r>
              <a:rPr lang="de-DE" noProof="0"/>
              <a:t>Organisationseinheit verbal</a:t>
            </a:r>
            <a:endParaRPr lang="de-CH" noProof="0"/>
          </a:p>
        </p:txBody>
      </p:sp>
      <p:sp>
        <p:nvSpPr>
          <p:cNvPr id="6" name="Foliennummernplatzhalter 5">
            <a:extLst>
              <a:ext uri="{FF2B5EF4-FFF2-40B4-BE49-F238E27FC236}">
                <a16:creationId xmlns:a16="http://schemas.microsoft.com/office/drawing/2014/main" id="{0FC1D5C1-A4AD-42D4-93B7-D3B71140E3A1}"/>
              </a:ext>
            </a:extLst>
          </p:cNvPr>
          <p:cNvSpPr>
            <a:spLocks noGrp="1"/>
          </p:cNvSpPr>
          <p:nvPr>
            <p:ph type="sldNum" sz="quarter" idx="12"/>
          </p:nvPr>
        </p:nvSpPr>
        <p:spPr/>
        <p:txBody>
          <a:bodyPr/>
          <a:lstStyle/>
          <a:p>
            <a:fld id="{5ACA52AF-F19D-405C-AD5F-7D94B96A5CC3}" type="slidenum">
              <a:rPr lang="de-CH" noProof="0" smtClean="0"/>
              <a:t>‹Nr.›</a:t>
            </a:fld>
            <a:endParaRPr lang="de-CH" noProof="0"/>
          </a:p>
        </p:txBody>
      </p:sp>
      <p:pic>
        <p:nvPicPr>
          <p:cNvPr id="7" name="Grafik 6">
            <a:extLst>
              <a:ext uri="{FF2B5EF4-FFF2-40B4-BE49-F238E27FC236}">
                <a16:creationId xmlns:a16="http://schemas.microsoft.com/office/drawing/2014/main" id="{7F7C476A-2849-4D68-9FA2-3A5CFC13C833}"/>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a:off x="731837" y="6507088"/>
            <a:ext cx="984462" cy="162000"/>
          </a:xfrm>
          <a:prstGeom prst="rect">
            <a:avLst/>
          </a:prstGeom>
        </p:spPr>
      </p:pic>
      <p:sp>
        <p:nvSpPr>
          <p:cNvPr id="11" name="Bildplatzhalter 10">
            <a:extLst>
              <a:ext uri="{FF2B5EF4-FFF2-40B4-BE49-F238E27FC236}">
                <a16:creationId xmlns:a16="http://schemas.microsoft.com/office/drawing/2014/main" id="{221A3BAE-B19D-4390-B4A5-2C8A2CC87C59}"/>
              </a:ext>
            </a:extLst>
          </p:cNvPr>
          <p:cNvSpPr>
            <a:spLocks noGrp="1"/>
          </p:cNvSpPr>
          <p:nvPr>
            <p:ph type="pic" sz="quarter" idx="13"/>
          </p:nvPr>
        </p:nvSpPr>
        <p:spPr>
          <a:xfrm>
            <a:off x="731838" y="1412875"/>
            <a:ext cx="5256000" cy="3420000"/>
          </a:xfrm>
        </p:spPr>
        <p:txBody>
          <a:bodyPr tIns="900000"/>
          <a:lstStyle>
            <a:lvl1pPr marL="0" indent="0" algn="ctr">
              <a:buNone/>
              <a:defRPr/>
            </a:lvl1pPr>
          </a:lstStyle>
          <a:p>
            <a:r>
              <a:rPr lang="de-DE" noProof="0"/>
              <a:t>Bild durch Klicken auf Symbol hinzufügen</a:t>
            </a:r>
            <a:endParaRPr lang="de-CH" noProof="0"/>
          </a:p>
        </p:txBody>
      </p:sp>
      <p:sp>
        <p:nvSpPr>
          <p:cNvPr id="9" name="Bildplatzhalter 10">
            <a:extLst>
              <a:ext uri="{FF2B5EF4-FFF2-40B4-BE49-F238E27FC236}">
                <a16:creationId xmlns:a16="http://schemas.microsoft.com/office/drawing/2014/main" id="{1AAB6914-2518-430D-BF4C-14EA51B61410}"/>
              </a:ext>
            </a:extLst>
          </p:cNvPr>
          <p:cNvSpPr>
            <a:spLocks noGrp="1"/>
          </p:cNvSpPr>
          <p:nvPr>
            <p:ph type="pic" sz="quarter" idx="14"/>
          </p:nvPr>
        </p:nvSpPr>
        <p:spPr>
          <a:xfrm>
            <a:off x="6204162" y="1412875"/>
            <a:ext cx="5256000" cy="3420000"/>
          </a:xfrm>
        </p:spPr>
        <p:txBody>
          <a:bodyPr tIns="900000"/>
          <a:lstStyle>
            <a:lvl1pPr marL="0" indent="0" algn="ctr">
              <a:buNone/>
              <a:defRPr/>
            </a:lvl1pPr>
          </a:lstStyle>
          <a:p>
            <a:r>
              <a:rPr lang="de-DE" noProof="0"/>
              <a:t>Bild durch Klicken auf Symbol hinzufügen</a:t>
            </a:r>
            <a:endParaRPr lang="de-CH" noProof="0"/>
          </a:p>
        </p:txBody>
      </p:sp>
      <p:sp>
        <p:nvSpPr>
          <p:cNvPr id="12" name="Inhaltsplatzhalter 2">
            <a:extLst>
              <a:ext uri="{FF2B5EF4-FFF2-40B4-BE49-F238E27FC236}">
                <a16:creationId xmlns:a16="http://schemas.microsoft.com/office/drawing/2014/main" id="{5092EEFB-079B-4C38-A665-E52B9837601B}"/>
              </a:ext>
            </a:extLst>
          </p:cNvPr>
          <p:cNvSpPr>
            <a:spLocks noGrp="1"/>
          </p:cNvSpPr>
          <p:nvPr>
            <p:ph idx="15"/>
          </p:nvPr>
        </p:nvSpPr>
        <p:spPr>
          <a:xfrm>
            <a:off x="6204162" y="5121800"/>
            <a:ext cx="5256001" cy="1152000"/>
          </a:xfrm>
        </p:spPr>
        <p:txBody>
          <a:bodyPr/>
          <a:lstStyle/>
          <a:p>
            <a:pPr lvl="0"/>
            <a:r>
              <a:rPr lang="de-DE" noProof="0"/>
              <a:t>Mastertextformat bearbeiten</a:t>
            </a:r>
          </a:p>
          <a:p>
            <a:pPr lvl="1"/>
            <a:r>
              <a:rPr lang="de-DE" noProof="0"/>
              <a:t>Zweite Ebene</a:t>
            </a:r>
          </a:p>
          <a:p>
            <a:pPr lvl="2"/>
            <a:r>
              <a:rPr lang="de-DE" noProof="0"/>
              <a:t>Dritte Ebene</a:t>
            </a:r>
          </a:p>
          <a:p>
            <a:pPr lvl="3"/>
            <a:r>
              <a:rPr lang="de-DE" noProof="0"/>
              <a:t>Vierte Ebene</a:t>
            </a:r>
          </a:p>
          <a:p>
            <a:pPr lvl="4"/>
            <a:r>
              <a:rPr lang="de-DE" noProof="0"/>
              <a:t>Fünfte Ebene</a:t>
            </a:r>
            <a:endParaRPr lang="de-CH" noProof="0"/>
          </a:p>
        </p:txBody>
      </p:sp>
    </p:spTree>
    <p:extLst>
      <p:ext uri="{BB962C8B-B14F-4D97-AF65-F5344CB8AC3E}">
        <p14:creationId xmlns:p14="http://schemas.microsoft.com/office/powerpoint/2010/main" val="1085750778"/>
      </p:ext>
    </p:extLst>
  </p:cSld>
  <p:clrMapOvr>
    <a:masterClrMapping/>
  </p:clrMapOvr>
  <p:extLst>
    <p:ext uri="{DCECCB84-F9BA-43D5-87BE-67443E8EF086}">
      <p15:sldGuideLst xmlns:p15="http://schemas.microsoft.com/office/powerpoint/2012/main">
        <p15:guide id="1" orient="horz" pos="3952" userDrawn="1">
          <p15:clr>
            <a:srgbClr val="FBAE40"/>
          </p15:clr>
        </p15:guide>
      </p15:sldGuideLst>
    </p:ext>
  </p:extLst>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Inhalt 3 Bilder">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3346F7F9-CBC8-4641-B12B-7E76FD213E12}"/>
              </a:ext>
            </a:extLst>
          </p:cNvPr>
          <p:cNvSpPr>
            <a:spLocks noGrp="1"/>
          </p:cNvSpPr>
          <p:nvPr>
            <p:ph type="title"/>
          </p:nvPr>
        </p:nvSpPr>
        <p:spPr/>
        <p:txBody>
          <a:bodyPr/>
          <a:lstStyle/>
          <a:p>
            <a:r>
              <a:rPr lang="de-DE" noProof="0"/>
              <a:t>Mastertitelformat bearbeiten</a:t>
            </a:r>
            <a:endParaRPr lang="de-CH" noProof="0"/>
          </a:p>
        </p:txBody>
      </p:sp>
      <p:sp>
        <p:nvSpPr>
          <p:cNvPr id="3" name="Inhaltsplatzhalter 2">
            <a:extLst>
              <a:ext uri="{FF2B5EF4-FFF2-40B4-BE49-F238E27FC236}">
                <a16:creationId xmlns:a16="http://schemas.microsoft.com/office/drawing/2014/main" id="{87D3E2EF-5F98-49EC-BCEA-B215D49920A3}"/>
              </a:ext>
            </a:extLst>
          </p:cNvPr>
          <p:cNvSpPr>
            <a:spLocks noGrp="1"/>
          </p:cNvSpPr>
          <p:nvPr>
            <p:ph idx="1"/>
          </p:nvPr>
        </p:nvSpPr>
        <p:spPr>
          <a:xfrm>
            <a:off x="731836" y="4166439"/>
            <a:ext cx="10728327" cy="2124401"/>
          </a:xfrm>
        </p:spPr>
        <p:txBody>
          <a:bodyPr/>
          <a:lstStyle/>
          <a:p>
            <a:pPr lvl="0"/>
            <a:r>
              <a:rPr lang="de-DE" noProof="0"/>
              <a:t>Mastertextformat bearbeiten</a:t>
            </a:r>
          </a:p>
          <a:p>
            <a:pPr lvl="1"/>
            <a:r>
              <a:rPr lang="de-DE" noProof="0"/>
              <a:t>Zweite Ebene</a:t>
            </a:r>
          </a:p>
          <a:p>
            <a:pPr lvl="2"/>
            <a:r>
              <a:rPr lang="de-DE" noProof="0"/>
              <a:t>Dritte Ebene</a:t>
            </a:r>
          </a:p>
          <a:p>
            <a:pPr lvl="3"/>
            <a:r>
              <a:rPr lang="de-DE" noProof="0"/>
              <a:t>Vierte Ebene</a:t>
            </a:r>
          </a:p>
          <a:p>
            <a:pPr lvl="4"/>
            <a:r>
              <a:rPr lang="de-DE" noProof="0"/>
              <a:t>Fünfte Ebene</a:t>
            </a:r>
            <a:endParaRPr lang="de-CH" noProof="0"/>
          </a:p>
        </p:txBody>
      </p:sp>
      <p:sp>
        <p:nvSpPr>
          <p:cNvPr id="4" name="Datumsplatzhalter 3">
            <a:extLst>
              <a:ext uri="{FF2B5EF4-FFF2-40B4-BE49-F238E27FC236}">
                <a16:creationId xmlns:a16="http://schemas.microsoft.com/office/drawing/2014/main" id="{67DB21BA-81C0-43DB-A42C-5F672DBC37F2}"/>
              </a:ext>
            </a:extLst>
          </p:cNvPr>
          <p:cNvSpPr>
            <a:spLocks noGrp="1"/>
          </p:cNvSpPr>
          <p:nvPr>
            <p:ph type="dt" sz="half" idx="10"/>
          </p:nvPr>
        </p:nvSpPr>
        <p:spPr/>
        <p:txBody>
          <a:bodyPr/>
          <a:lstStyle/>
          <a:p>
            <a:fld id="{0F7782B2-018B-4FD3-AD95-2F64EDE0E9D6}" type="datetime1">
              <a:rPr lang="de-CH" noProof="0" smtClean="0"/>
              <a:t>28.04.2026</a:t>
            </a:fld>
            <a:endParaRPr lang="de-CH" noProof="0"/>
          </a:p>
        </p:txBody>
      </p:sp>
      <p:sp>
        <p:nvSpPr>
          <p:cNvPr id="5" name="Fußzeilenplatzhalter 4">
            <a:extLst>
              <a:ext uri="{FF2B5EF4-FFF2-40B4-BE49-F238E27FC236}">
                <a16:creationId xmlns:a16="http://schemas.microsoft.com/office/drawing/2014/main" id="{1BC78786-28C3-4EAB-A3FC-1A4BFA8447EC}"/>
              </a:ext>
            </a:extLst>
          </p:cNvPr>
          <p:cNvSpPr>
            <a:spLocks noGrp="1"/>
          </p:cNvSpPr>
          <p:nvPr>
            <p:ph type="ftr" sz="quarter" idx="11"/>
          </p:nvPr>
        </p:nvSpPr>
        <p:spPr/>
        <p:txBody>
          <a:bodyPr/>
          <a:lstStyle/>
          <a:p>
            <a:r>
              <a:rPr lang="de-DE" noProof="0"/>
              <a:t>Organisationseinheit verbal</a:t>
            </a:r>
            <a:endParaRPr lang="de-CH" noProof="0"/>
          </a:p>
        </p:txBody>
      </p:sp>
      <p:sp>
        <p:nvSpPr>
          <p:cNvPr id="6" name="Foliennummernplatzhalter 5">
            <a:extLst>
              <a:ext uri="{FF2B5EF4-FFF2-40B4-BE49-F238E27FC236}">
                <a16:creationId xmlns:a16="http://schemas.microsoft.com/office/drawing/2014/main" id="{0FC1D5C1-A4AD-42D4-93B7-D3B71140E3A1}"/>
              </a:ext>
            </a:extLst>
          </p:cNvPr>
          <p:cNvSpPr>
            <a:spLocks noGrp="1"/>
          </p:cNvSpPr>
          <p:nvPr>
            <p:ph type="sldNum" sz="quarter" idx="12"/>
          </p:nvPr>
        </p:nvSpPr>
        <p:spPr/>
        <p:txBody>
          <a:bodyPr/>
          <a:lstStyle/>
          <a:p>
            <a:fld id="{5ACA52AF-F19D-405C-AD5F-7D94B96A5CC3}" type="slidenum">
              <a:rPr lang="de-CH" noProof="0" smtClean="0"/>
              <a:t>‹Nr.›</a:t>
            </a:fld>
            <a:endParaRPr lang="de-CH" noProof="0"/>
          </a:p>
        </p:txBody>
      </p:sp>
      <p:pic>
        <p:nvPicPr>
          <p:cNvPr id="7" name="Grafik 6">
            <a:extLst>
              <a:ext uri="{FF2B5EF4-FFF2-40B4-BE49-F238E27FC236}">
                <a16:creationId xmlns:a16="http://schemas.microsoft.com/office/drawing/2014/main" id="{7F7C476A-2849-4D68-9FA2-3A5CFC13C833}"/>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a:off x="731837" y="6507088"/>
            <a:ext cx="984462" cy="162000"/>
          </a:xfrm>
          <a:prstGeom prst="rect">
            <a:avLst/>
          </a:prstGeom>
        </p:spPr>
      </p:pic>
      <p:sp>
        <p:nvSpPr>
          <p:cNvPr id="11" name="Bildplatzhalter 10">
            <a:extLst>
              <a:ext uri="{FF2B5EF4-FFF2-40B4-BE49-F238E27FC236}">
                <a16:creationId xmlns:a16="http://schemas.microsoft.com/office/drawing/2014/main" id="{221A3BAE-B19D-4390-B4A5-2C8A2CC87C59}"/>
              </a:ext>
            </a:extLst>
          </p:cNvPr>
          <p:cNvSpPr>
            <a:spLocks noGrp="1"/>
          </p:cNvSpPr>
          <p:nvPr>
            <p:ph type="pic" sz="quarter" idx="13"/>
          </p:nvPr>
        </p:nvSpPr>
        <p:spPr>
          <a:xfrm>
            <a:off x="731838" y="1412875"/>
            <a:ext cx="3420000" cy="2484000"/>
          </a:xfrm>
        </p:spPr>
        <p:txBody>
          <a:bodyPr tIns="360000"/>
          <a:lstStyle>
            <a:lvl1pPr marL="0" indent="0" algn="ctr">
              <a:buNone/>
              <a:defRPr/>
            </a:lvl1pPr>
          </a:lstStyle>
          <a:p>
            <a:r>
              <a:rPr lang="de-DE" noProof="0"/>
              <a:t>Bild durch Klicken auf Symbol hinzufügen</a:t>
            </a:r>
            <a:endParaRPr lang="de-CH" noProof="0"/>
          </a:p>
        </p:txBody>
      </p:sp>
      <p:sp>
        <p:nvSpPr>
          <p:cNvPr id="13" name="Bildplatzhalter 10">
            <a:extLst>
              <a:ext uri="{FF2B5EF4-FFF2-40B4-BE49-F238E27FC236}">
                <a16:creationId xmlns:a16="http://schemas.microsoft.com/office/drawing/2014/main" id="{36793346-BF6B-42A8-ADE0-3AA3DC3B239A}"/>
              </a:ext>
            </a:extLst>
          </p:cNvPr>
          <p:cNvSpPr>
            <a:spLocks noGrp="1"/>
          </p:cNvSpPr>
          <p:nvPr>
            <p:ph type="pic" sz="quarter" idx="16"/>
          </p:nvPr>
        </p:nvSpPr>
        <p:spPr>
          <a:xfrm>
            <a:off x="8040162" y="1414800"/>
            <a:ext cx="3420000" cy="2484000"/>
          </a:xfrm>
        </p:spPr>
        <p:txBody>
          <a:bodyPr tIns="360000"/>
          <a:lstStyle>
            <a:lvl1pPr marL="0" indent="0" algn="ctr">
              <a:buNone/>
              <a:defRPr/>
            </a:lvl1pPr>
          </a:lstStyle>
          <a:p>
            <a:r>
              <a:rPr lang="de-DE" noProof="0"/>
              <a:t>Bild durch Klicken auf Symbol hinzufügen</a:t>
            </a:r>
            <a:endParaRPr lang="de-CH" noProof="0"/>
          </a:p>
        </p:txBody>
      </p:sp>
      <p:sp>
        <p:nvSpPr>
          <p:cNvPr id="14" name="Bildplatzhalter 10">
            <a:extLst>
              <a:ext uri="{FF2B5EF4-FFF2-40B4-BE49-F238E27FC236}">
                <a16:creationId xmlns:a16="http://schemas.microsoft.com/office/drawing/2014/main" id="{FE637F68-618E-43EB-B240-4BFA26852FC5}"/>
              </a:ext>
            </a:extLst>
          </p:cNvPr>
          <p:cNvSpPr>
            <a:spLocks noGrp="1"/>
          </p:cNvSpPr>
          <p:nvPr>
            <p:ph type="pic" sz="quarter" idx="17"/>
          </p:nvPr>
        </p:nvSpPr>
        <p:spPr>
          <a:xfrm>
            <a:off x="4385999" y="1414800"/>
            <a:ext cx="3420000" cy="2484000"/>
          </a:xfrm>
        </p:spPr>
        <p:txBody>
          <a:bodyPr tIns="360000"/>
          <a:lstStyle>
            <a:lvl1pPr marL="0" indent="0" algn="ctr">
              <a:buNone/>
              <a:defRPr/>
            </a:lvl1pPr>
          </a:lstStyle>
          <a:p>
            <a:r>
              <a:rPr lang="de-DE" noProof="0"/>
              <a:t>Bild durch Klicken auf Symbol hinzufügen</a:t>
            </a:r>
            <a:endParaRPr lang="de-CH" noProof="0"/>
          </a:p>
        </p:txBody>
      </p:sp>
    </p:spTree>
    <p:extLst>
      <p:ext uri="{BB962C8B-B14F-4D97-AF65-F5344CB8AC3E}">
        <p14:creationId xmlns:p14="http://schemas.microsoft.com/office/powerpoint/2010/main" val="2252988954"/>
      </p:ext>
    </p:extLst>
  </p:cSld>
  <p:clrMapOvr>
    <a:masterClrMapping/>
  </p:clrMapOvr>
  <p:extLst>
    <p:ext uri="{DCECCB84-F9BA-43D5-87BE-67443E8EF086}">
      <p15:sldGuideLst xmlns:p15="http://schemas.microsoft.com/office/powerpoint/2012/main">
        <p15:guide id="1" orient="horz" pos="3952">
          <p15:clr>
            <a:srgbClr val="FBAE40"/>
          </p15:clr>
        </p15:guide>
      </p15:sldGuideLst>
    </p:ext>
  </p:extLst>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Inhalt Tabelle">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3346F7F9-CBC8-4641-B12B-7E76FD213E12}"/>
              </a:ext>
            </a:extLst>
          </p:cNvPr>
          <p:cNvSpPr>
            <a:spLocks noGrp="1"/>
          </p:cNvSpPr>
          <p:nvPr>
            <p:ph type="title"/>
          </p:nvPr>
        </p:nvSpPr>
        <p:spPr/>
        <p:txBody>
          <a:bodyPr/>
          <a:lstStyle/>
          <a:p>
            <a:r>
              <a:rPr lang="de-DE" noProof="0"/>
              <a:t>Mastertitelformat bearbeiten</a:t>
            </a:r>
            <a:endParaRPr lang="de-CH" noProof="0"/>
          </a:p>
        </p:txBody>
      </p:sp>
      <p:sp>
        <p:nvSpPr>
          <p:cNvPr id="3" name="Inhaltsplatzhalter 2">
            <a:extLst>
              <a:ext uri="{FF2B5EF4-FFF2-40B4-BE49-F238E27FC236}">
                <a16:creationId xmlns:a16="http://schemas.microsoft.com/office/drawing/2014/main" id="{87D3E2EF-5F98-49EC-BCEA-B215D49920A3}"/>
              </a:ext>
            </a:extLst>
          </p:cNvPr>
          <p:cNvSpPr>
            <a:spLocks noGrp="1"/>
          </p:cNvSpPr>
          <p:nvPr>
            <p:ph idx="1"/>
          </p:nvPr>
        </p:nvSpPr>
        <p:spPr>
          <a:xfrm>
            <a:off x="731837" y="1412875"/>
            <a:ext cx="10728325" cy="396000"/>
          </a:xfrm>
        </p:spPr>
        <p:txBody>
          <a:bodyPr/>
          <a:lstStyle>
            <a:lvl1pPr marL="0" indent="0">
              <a:buNone/>
              <a:defRPr b="1"/>
            </a:lvl1pPr>
            <a:lvl2pPr marL="266700" indent="0">
              <a:buNone/>
              <a:defRPr b="1"/>
            </a:lvl2pPr>
            <a:lvl3pPr marL="538163" indent="0">
              <a:buNone/>
              <a:defRPr b="1"/>
            </a:lvl3pPr>
            <a:lvl4pPr marL="804862" indent="0">
              <a:buNone/>
              <a:defRPr b="1"/>
            </a:lvl4pPr>
            <a:lvl5pPr marL="1076325" indent="0">
              <a:buNone/>
              <a:defRPr b="1"/>
            </a:lvl5pPr>
          </a:lstStyle>
          <a:p>
            <a:pPr lvl="0"/>
            <a:r>
              <a:rPr lang="de-DE" noProof="0"/>
              <a:t>Mastertextformat bearbeiten</a:t>
            </a:r>
          </a:p>
        </p:txBody>
      </p:sp>
      <p:sp>
        <p:nvSpPr>
          <p:cNvPr id="4" name="Datumsplatzhalter 3">
            <a:extLst>
              <a:ext uri="{FF2B5EF4-FFF2-40B4-BE49-F238E27FC236}">
                <a16:creationId xmlns:a16="http://schemas.microsoft.com/office/drawing/2014/main" id="{67DB21BA-81C0-43DB-A42C-5F672DBC37F2}"/>
              </a:ext>
            </a:extLst>
          </p:cNvPr>
          <p:cNvSpPr>
            <a:spLocks noGrp="1"/>
          </p:cNvSpPr>
          <p:nvPr>
            <p:ph type="dt" sz="half" idx="10"/>
          </p:nvPr>
        </p:nvSpPr>
        <p:spPr/>
        <p:txBody>
          <a:bodyPr/>
          <a:lstStyle/>
          <a:p>
            <a:fld id="{D0A0FED0-443D-411A-B8E4-0668A8890EE3}" type="datetime1">
              <a:rPr lang="de-CH" noProof="0" smtClean="0"/>
              <a:t>28.04.2026</a:t>
            </a:fld>
            <a:endParaRPr lang="de-CH" noProof="0"/>
          </a:p>
        </p:txBody>
      </p:sp>
      <p:sp>
        <p:nvSpPr>
          <p:cNvPr id="5" name="Fußzeilenplatzhalter 4">
            <a:extLst>
              <a:ext uri="{FF2B5EF4-FFF2-40B4-BE49-F238E27FC236}">
                <a16:creationId xmlns:a16="http://schemas.microsoft.com/office/drawing/2014/main" id="{1BC78786-28C3-4EAB-A3FC-1A4BFA8447EC}"/>
              </a:ext>
            </a:extLst>
          </p:cNvPr>
          <p:cNvSpPr>
            <a:spLocks noGrp="1"/>
          </p:cNvSpPr>
          <p:nvPr>
            <p:ph type="ftr" sz="quarter" idx="11"/>
          </p:nvPr>
        </p:nvSpPr>
        <p:spPr/>
        <p:txBody>
          <a:bodyPr/>
          <a:lstStyle/>
          <a:p>
            <a:r>
              <a:rPr lang="de-DE" noProof="0"/>
              <a:t>Organisationseinheit verbal</a:t>
            </a:r>
            <a:endParaRPr lang="de-CH" noProof="0"/>
          </a:p>
        </p:txBody>
      </p:sp>
      <p:sp>
        <p:nvSpPr>
          <p:cNvPr id="6" name="Foliennummernplatzhalter 5">
            <a:extLst>
              <a:ext uri="{FF2B5EF4-FFF2-40B4-BE49-F238E27FC236}">
                <a16:creationId xmlns:a16="http://schemas.microsoft.com/office/drawing/2014/main" id="{0FC1D5C1-A4AD-42D4-93B7-D3B71140E3A1}"/>
              </a:ext>
            </a:extLst>
          </p:cNvPr>
          <p:cNvSpPr>
            <a:spLocks noGrp="1"/>
          </p:cNvSpPr>
          <p:nvPr>
            <p:ph type="sldNum" sz="quarter" idx="12"/>
          </p:nvPr>
        </p:nvSpPr>
        <p:spPr/>
        <p:txBody>
          <a:bodyPr/>
          <a:lstStyle/>
          <a:p>
            <a:fld id="{5ACA52AF-F19D-405C-AD5F-7D94B96A5CC3}" type="slidenum">
              <a:rPr lang="de-CH" noProof="0" smtClean="0"/>
              <a:t>‹Nr.›</a:t>
            </a:fld>
            <a:endParaRPr lang="de-CH" noProof="0"/>
          </a:p>
        </p:txBody>
      </p:sp>
      <p:pic>
        <p:nvPicPr>
          <p:cNvPr id="7" name="Grafik 6">
            <a:extLst>
              <a:ext uri="{FF2B5EF4-FFF2-40B4-BE49-F238E27FC236}">
                <a16:creationId xmlns:a16="http://schemas.microsoft.com/office/drawing/2014/main" id="{7F7C476A-2849-4D68-9FA2-3A5CFC13C833}"/>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a:off x="731837" y="6507088"/>
            <a:ext cx="984462" cy="162000"/>
          </a:xfrm>
          <a:prstGeom prst="rect">
            <a:avLst/>
          </a:prstGeom>
        </p:spPr>
      </p:pic>
      <p:sp>
        <p:nvSpPr>
          <p:cNvPr id="9" name="Tabellenplatzhalter 8">
            <a:extLst>
              <a:ext uri="{FF2B5EF4-FFF2-40B4-BE49-F238E27FC236}">
                <a16:creationId xmlns:a16="http://schemas.microsoft.com/office/drawing/2014/main" id="{A1D947E6-CC00-458E-BDE1-B0877E30333C}"/>
              </a:ext>
            </a:extLst>
          </p:cNvPr>
          <p:cNvSpPr>
            <a:spLocks noGrp="1"/>
          </p:cNvSpPr>
          <p:nvPr>
            <p:ph type="tbl" sz="quarter" idx="13"/>
          </p:nvPr>
        </p:nvSpPr>
        <p:spPr>
          <a:xfrm>
            <a:off x="731838" y="2061398"/>
            <a:ext cx="10728325" cy="4212401"/>
          </a:xfrm>
        </p:spPr>
        <p:txBody>
          <a:bodyPr tIns="1260000"/>
          <a:lstStyle>
            <a:lvl1pPr marL="0" indent="0" algn="ctr">
              <a:spcBef>
                <a:spcPts val="0"/>
              </a:spcBef>
              <a:buNone/>
              <a:defRPr sz="1400"/>
            </a:lvl1pPr>
          </a:lstStyle>
          <a:p>
            <a:r>
              <a:rPr lang="de-DE" noProof="0"/>
              <a:t>Tabelle durch Klicken auf Symbol hinzufügen</a:t>
            </a:r>
            <a:endParaRPr lang="de-CH" noProof="0"/>
          </a:p>
        </p:txBody>
      </p:sp>
    </p:spTree>
    <p:extLst>
      <p:ext uri="{BB962C8B-B14F-4D97-AF65-F5344CB8AC3E}">
        <p14:creationId xmlns:p14="http://schemas.microsoft.com/office/powerpoint/2010/main" val="2928661315"/>
      </p:ext>
    </p:extLst>
  </p:cSld>
  <p:clrMapOvr>
    <a:masterClrMapping/>
  </p:clrMapOvr>
  <p:extLst>
    <p:ext uri="{DCECCB84-F9BA-43D5-87BE-67443E8EF086}">
      <p15:sldGuideLst xmlns:p15="http://schemas.microsoft.com/office/powerpoint/2012/main">
        <p15:guide id="1" orient="horz" pos="3952" userDrawn="1">
          <p15:clr>
            <a:srgbClr val="FBAE40"/>
          </p15:clr>
        </p15:guide>
      </p15:sldGuideLst>
    </p:ext>
  </p:extLst>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Schlussfolie">
    <p:bg>
      <p:bgPr>
        <a:solidFill>
          <a:schemeClr val="bg1"/>
        </a:solidFill>
        <a:effectLst/>
      </p:bgPr>
    </p:bg>
    <p:spTree>
      <p:nvGrpSpPr>
        <p:cNvPr id="1" name=""/>
        <p:cNvGrpSpPr/>
        <p:nvPr/>
      </p:nvGrpSpPr>
      <p:grpSpPr>
        <a:xfrm>
          <a:off x="0" y="0"/>
          <a:ext cx="0" cy="0"/>
          <a:chOff x="0" y="0"/>
          <a:chExt cx="0" cy="0"/>
        </a:xfrm>
      </p:grpSpPr>
      <p:sp>
        <p:nvSpPr>
          <p:cNvPr id="20" name="Inhaltsplatzhalter 2">
            <a:extLst>
              <a:ext uri="{FF2B5EF4-FFF2-40B4-BE49-F238E27FC236}">
                <a16:creationId xmlns:a16="http://schemas.microsoft.com/office/drawing/2014/main" id="{394B20FF-3667-40DF-92A1-C6CF3BBCA26D}"/>
              </a:ext>
            </a:extLst>
          </p:cNvPr>
          <p:cNvSpPr>
            <a:spLocks noGrp="1"/>
          </p:cNvSpPr>
          <p:nvPr>
            <p:ph idx="1"/>
          </p:nvPr>
        </p:nvSpPr>
        <p:spPr>
          <a:xfrm>
            <a:off x="731837" y="2135492"/>
            <a:ext cx="10728325" cy="3960000"/>
          </a:xfrm>
        </p:spPr>
        <p:txBody>
          <a:bodyPr/>
          <a:lstStyle>
            <a:lvl1pPr marL="0" indent="0">
              <a:spcBef>
                <a:spcPts val="0"/>
              </a:spcBef>
              <a:buNone/>
              <a:defRPr>
                <a:solidFill>
                  <a:schemeClr val="tx1"/>
                </a:solidFill>
              </a:defRPr>
            </a:lvl1pPr>
            <a:lvl2pPr marL="266700" indent="0">
              <a:buNone/>
              <a:defRPr>
                <a:solidFill>
                  <a:schemeClr val="bg1"/>
                </a:solidFill>
              </a:defRPr>
            </a:lvl2pPr>
            <a:lvl3pPr marL="540000" indent="0">
              <a:buNone/>
              <a:defRPr>
                <a:solidFill>
                  <a:schemeClr val="bg1"/>
                </a:solidFill>
              </a:defRPr>
            </a:lvl3pPr>
            <a:lvl4pPr marL="808537" indent="0">
              <a:buNone/>
              <a:defRPr>
                <a:solidFill>
                  <a:schemeClr val="bg1"/>
                </a:solidFill>
              </a:defRPr>
            </a:lvl4pPr>
            <a:lvl5pPr marL="1080000" indent="0">
              <a:buNone/>
              <a:defRPr>
                <a:solidFill>
                  <a:schemeClr val="bg1"/>
                </a:solidFill>
              </a:defRPr>
            </a:lvl5pPr>
          </a:lstStyle>
          <a:p>
            <a:pPr lvl="0"/>
            <a:r>
              <a:rPr lang="de-DE" noProof="0"/>
              <a:t>Mastertextformat bearbeiten</a:t>
            </a:r>
          </a:p>
        </p:txBody>
      </p:sp>
      <p:sp>
        <p:nvSpPr>
          <p:cNvPr id="21" name="Bildplatzhalter 8">
            <a:extLst>
              <a:ext uri="{FF2B5EF4-FFF2-40B4-BE49-F238E27FC236}">
                <a16:creationId xmlns:a16="http://schemas.microsoft.com/office/drawing/2014/main" id="{794484F1-3B7F-46CE-AD0B-2310A557A990}"/>
              </a:ext>
            </a:extLst>
          </p:cNvPr>
          <p:cNvSpPr>
            <a:spLocks noGrp="1"/>
          </p:cNvSpPr>
          <p:nvPr>
            <p:ph type="pic" sz="quarter" idx="12"/>
          </p:nvPr>
        </p:nvSpPr>
        <p:spPr>
          <a:xfrm>
            <a:off x="10200163" y="6489088"/>
            <a:ext cx="1260000" cy="180000"/>
          </a:xfrm>
        </p:spPr>
        <p:txBody>
          <a:bodyPr/>
          <a:lstStyle>
            <a:lvl1pPr marL="0" indent="0" algn="l">
              <a:buNone/>
              <a:defRPr sz="700">
                <a:solidFill>
                  <a:schemeClr val="tx1"/>
                </a:solidFill>
              </a:defRPr>
            </a:lvl1pPr>
          </a:lstStyle>
          <a:p>
            <a:r>
              <a:rPr lang="de-DE" noProof="0"/>
              <a:t>Bild durch Klicken auf Symbol hinzufügen</a:t>
            </a:r>
            <a:endParaRPr lang="de-CH" noProof="0"/>
          </a:p>
        </p:txBody>
      </p:sp>
      <p:pic>
        <p:nvPicPr>
          <p:cNvPr id="22" name="Grafik 21">
            <a:extLst>
              <a:ext uri="{FF2B5EF4-FFF2-40B4-BE49-F238E27FC236}">
                <a16:creationId xmlns:a16="http://schemas.microsoft.com/office/drawing/2014/main" id="{F900572E-A73E-42BE-96FA-38ADC4E79FD6}"/>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a:off x="731838" y="360538"/>
            <a:ext cx="1765565" cy="288000"/>
          </a:xfrm>
          <a:prstGeom prst="rect">
            <a:avLst/>
          </a:prstGeom>
        </p:spPr>
      </p:pic>
    </p:spTree>
    <p:extLst>
      <p:ext uri="{BB962C8B-B14F-4D97-AF65-F5344CB8AC3E}">
        <p14:creationId xmlns:p14="http://schemas.microsoft.com/office/powerpoint/2010/main" val="1752670339"/>
      </p:ext>
    </p:extLst>
  </p:cSld>
  <p:clrMapOvr>
    <a:masterClrMapping/>
  </p:clrMapOvr>
  <p:extLst>
    <p:ext uri="{DCECCB84-F9BA-43D5-87BE-67443E8EF086}">
      <p15:sldGuideLst xmlns:p15="http://schemas.microsoft.com/office/powerpoint/2012/main">
        <p15:guide id="1" pos="6698">
          <p15:clr>
            <a:srgbClr val="FBAE40"/>
          </p15:clr>
        </p15:guide>
        <p15:guide id="3" orient="horz" pos="640">
          <p15:clr>
            <a:srgbClr val="FBAE40"/>
          </p15:clr>
        </p15:guide>
        <p15:guide id="4" orient="horz" pos="3952">
          <p15:clr>
            <a:srgbClr val="FBAE40"/>
          </p15:clr>
        </p15:guide>
      </p15:sldGuideLst>
    </p:ext>
  </p:extLst>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theme" Target="../theme/theme1.xml"/><Relationship Id="rId2" Type="http://schemas.openxmlformats.org/officeDocument/2006/relationships/slideLayout" Target="../slideLayouts/slideLayout2.xml"/><Relationship Id="rId16" Type="http://schemas.openxmlformats.org/officeDocument/2006/relationships/slideLayout" Target="../slideLayouts/slideLayout16.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elplatzhalter 1">
            <a:extLst>
              <a:ext uri="{FF2B5EF4-FFF2-40B4-BE49-F238E27FC236}">
                <a16:creationId xmlns:a16="http://schemas.microsoft.com/office/drawing/2014/main" id="{29CEF804-E58C-481B-A606-7D35AF68FF55}"/>
              </a:ext>
            </a:extLst>
          </p:cNvPr>
          <p:cNvSpPr>
            <a:spLocks noGrp="1"/>
          </p:cNvSpPr>
          <p:nvPr>
            <p:ph type="title"/>
          </p:nvPr>
        </p:nvSpPr>
        <p:spPr>
          <a:xfrm>
            <a:off x="731837" y="260351"/>
            <a:ext cx="10728325" cy="900000"/>
          </a:xfrm>
          <a:prstGeom prst="rect">
            <a:avLst/>
          </a:prstGeom>
        </p:spPr>
        <p:txBody>
          <a:bodyPr vert="horz" lIns="0" tIns="0" rIns="0" bIns="0" rtlCol="0" anchor="t" anchorCtr="0">
            <a:noAutofit/>
          </a:bodyPr>
          <a:lstStyle/>
          <a:p>
            <a:r>
              <a:rPr lang="de-CH" noProof="0"/>
              <a:t>Mastertitelformat bearbeiten</a:t>
            </a:r>
          </a:p>
        </p:txBody>
      </p:sp>
      <p:sp>
        <p:nvSpPr>
          <p:cNvPr id="3" name="Textplatzhalter 2">
            <a:extLst>
              <a:ext uri="{FF2B5EF4-FFF2-40B4-BE49-F238E27FC236}">
                <a16:creationId xmlns:a16="http://schemas.microsoft.com/office/drawing/2014/main" id="{65C6EC0D-393C-42F2-B6A7-B19C9B098F2D}"/>
              </a:ext>
            </a:extLst>
          </p:cNvPr>
          <p:cNvSpPr>
            <a:spLocks noGrp="1"/>
          </p:cNvSpPr>
          <p:nvPr>
            <p:ph type="body" idx="1"/>
          </p:nvPr>
        </p:nvSpPr>
        <p:spPr>
          <a:xfrm>
            <a:off x="731837" y="1412875"/>
            <a:ext cx="10728325" cy="4680000"/>
          </a:xfrm>
          <a:prstGeom prst="rect">
            <a:avLst/>
          </a:prstGeom>
        </p:spPr>
        <p:txBody>
          <a:bodyPr vert="horz" lIns="0" tIns="0" rIns="0" bIns="0" rtlCol="0">
            <a:noAutofit/>
          </a:bodyPr>
          <a:lstStyle/>
          <a:p>
            <a:pPr lvl="0"/>
            <a:r>
              <a:rPr lang="de-CH" noProof="0"/>
              <a:t>Mastertextformat bearbeiten</a:t>
            </a:r>
          </a:p>
          <a:p>
            <a:pPr lvl="1"/>
            <a:r>
              <a:rPr lang="de-CH" noProof="0"/>
              <a:t>Zweite Ebene</a:t>
            </a:r>
          </a:p>
          <a:p>
            <a:pPr lvl="2"/>
            <a:r>
              <a:rPr lang="de-CH" noProof="0"/>
              <a:t>Dritte Ebene</a:t>
            </a:r>
          </a:p>
          <a:p>
            <a:pPr lvl="3"/>
            <a:r>
              <a:rPr lang="de-CH" noProof="0"/>
              <a:t>Vierte Ebene</a:t>
            </a:r>
          </a:p>
          <a:p>
            <a:pPr lvl="4"/>
            <a:r>
              <a:rPr lang="de-CH" noProof="0"/>
              <a:t>Fünfte Ebene</a:t>
            </a:r>
          </a:p>
        </p:txBody>
      </p:sp>
      <p:sp>
        <p:nvSpPr>
          <p:cNvPr id="4" name="Datumsplatzhalter 3">
            <a:extLst>
              <a:ext uri="{FF2B5EF4-FFF2-40B4-BE49-F238E27FC236}">
                <a16:creationId xmlns:a16="http://schemas.microsoft.com/office/drawing/2014/main" id="{37C96E51-36C9-4BEE-A761-33378A0DF03D}"/>
              </a:ext>
            </a:extLst>
          </p:cNvPr>
          <p:cNvSpPr>
            <a:spLocks noGrp="1"/>
          </p:cNvSpPr>
          <p:nvPr>
            <p:ph type="dt" sz="half" idx="2"/>
          </p:nvPr>
        </p:nvSpPr>
        <p:spPr>
          <a:xfrm>
            <a:off x="10473692" y="6522444"/>
            <a:ext cx="612000" cy="216000"/>
          </a:xfrm>
          <a:prstGeom prst="rect">
            <a:avLst/>
          </a:prstGeom>
        </p:spPr>
        <p:txBody>
          <a:bodyPr vert="horz" lIns="0" tIns="0" rIns="0" bIns="0" rtlCol="0" anchor="ctr"/>
          <a:lstStyle>
            <a:lvl1pPr algn="l">
              <a:defRPr sz="800">
                <a:solidFill>
                  <a:schemeClr val="tx1"/>
                </a:solidFill>
              </a:defRPr>
            </a:lvl1pPr>
          </a:lstStyle>
          <a:p>
            <a:fld id="{4A358CF3-A22A-46C1-A4E5-5810212466EF}" type="datetime1">
              <a:rPr lang="de-CH" noProof="0" smtClean="0"/>
              <a:t>28.04.2026</a:t>
            </a:fld>
            <a:endParaRPr lang="de-CH" noProof="0"/>
          </a:p>
        </p:txBody>
      </p:sp>
      <p:sp>
        <p:nvSpPr>
          <p:cNvPr id="5" name="Fußzeilenplatzhalter 4">
            <a:extLst>
              <a:ext uri="{FF2B5EF4-FFF2-40B4-BE49-F238E27FC236}">
                <a16:creationId xmlns:a16="http://schemas.microsoft.com/office/drawing/2014/main" id="{411EC403-6E63-4450-AFDD-66CA49D6CCBE}"/>
              </a:ext>
            </a:extLst>
          </p:cNvPr>
          <p:cNvSpPr>
            <a:spLocks noGrp="1"/>
          </p:cNvSpPr>
          <p:nvPr>
            <p:ph type="ftr" sz="quarter" idx="3"/>
          </p:nvPr>
        </p:nvSpPr>
        <p:spPr>
          <a:xfrm>
            <a:off x="2171700" y="6522444"/>
            <a:ext cx="5400000" cy="216000"/>
          </a:xfrm>
          <a:prstGeom prst="rect">
            <a:avLst/>
          </a:prstGeom>
        </p:spPr>
        <p:txBody>
          <a:bodyPr vert="horz" lIns="0" tIns="0" rIns="0" bIns="0" rtlCol="0" anchor="ctr"/>
          <a:lstStyle>
            <a:lvl1pPr algn="l">
              <a:defRPr sz="800">
                <a:solidFill>
                  <a:schemeClr val="tx1"/>
                </a:solidFill>
              </a:defRPr>
            </a:lvl1pPr>
          </a:lstStyle>
          <a:p>
            <a:endParaRPr lang="de-CH" noProof="0"/>
          </a:p>
        </p:txBody>
      </p:sp>
      <p:sp>
        <p:nvSpPr>
          <p:cNvPr id="6" name="Foliennummernplatzhalter 5">
            <a:extLst>
              <a:ext uri="{FF2B5EF4-FFF2-40B4-BE49-F238E27FC236}">
                <a16:creationId xmlns:a16="http://schemas.microsoft.com/office/drawing/2014/main" id="{7FDFCC57-7DDC-4B2C-A6BE-862DAF9C9F11}"/>
              </a:ext>
            </a:extLst>
          </p:cNvPr>
          <p:cNvSpPr>
            <a:spLocks noGrp="1"/>
          </p:cNvSpPr>
          <p:nvPr>
            <p:ph type="sldNum" sz="quarter" idx="4"/>
          </p:nvPr>
        </p:nvSpPr>
        <p:spPr>
          <a:xfrm>
            <a:off x="11137585" y="6522444"/>
            <a:ext cx="322577" cy="216000"/>
          </a:xfrm>
          <a:prstGeom prst="rect">
            <a:avLst/>
          </a:prstGeom>
        </p:spPr>
        <p:txBody>
          <a:bodyPr vert="horz" lIns="0" tIns="0" rIns="0" bIns="0" rtlCol="0" anchor="ctr"/>
          <a:lstStyle>
            <a:lvl1pPr algn="r">
              <a:defRPr sz="800">
                <a:solidFill>
                  <a:schemeClr val="tx1"/>
                </a:solidFill>
              </a:defRPr>
            </a:lvl1pPr>
          </a:lstStyle>
          <a:p>
            <a:fld id="{5ACA52AF-F19D-405C-AD5F-7D94B96A5CC3}" type="slidenum">
              <a:rPr lang="de-CH" noProof="0" smtClean="0"/>
              <a:pPr/>
              <a:t>‹Nr.›</a:t>
            </a:fld>
            <a:endParaRPr lang="de-CH" noProof="0"/>
          </a:p>
        </p:txBody>
      </p:sp>
    </p:spTree>
    <p:extLst>
      <p:ext uri="{BB962C8B-B14F-4D97-AF65-F5344CB8AC3E}">
        <p14:creationId xmlns:p14="http://schemas.microsoft.com/office/powerpoint/2010/main" val="409606273"/>
      </p:ext>
    </p:extLst>
  </p:cSld>
  <p:clrMap bg1="lt1" tx1="dk1" bg2="lt2" tx2="dk2" accent1="accent1" accent2="accent2" accent3="accent3" accent4="accent4" accent5="accent5" accent6="accent6" hlink="hlink" folHlink="folHlink"/>
  <p:sldLayoutIdLst>
    <p:sldLayoutId id="2147483649" r:id="rId1"/>
    <p:sldLayoutId id="2147483651" r:id="rId2"/>
    <p:sldLayoutId id="2147483652" r:id="rId3"/>
    <p:sldLayoutId id="2147483653" r:id="rId4"/>
    <p:sldLayoutId id="2147483654" r:id="rId5"/>
    <p:sldLayoutId id="2147483650" r:id="rId6"/>
    <p:sldLayoutId id="2147483655" r:id="rId7"/>
    <p:sldLayoutId id="2147483656" r:id="rId8"/>
    <p:sldLayoutId id="2147483657" r:id="rId9"/>
    <p:sldLayoutId id="2147483658" r:id="rId10"/>
    <p:sldLayoutId id="2147483659" r:id="rId11"/>
    <p:sldLayoutId id="2147483660" r:id="rId12"/>
    <p:sldLayoutId id="2147483661" r:id="rId13"/>
    <p:sldLayoutId id="2147483662" r:id="rId14"/>
    <p:sldLayoutId id="2147483663" r:id="rId15"/>
    <p:sldLayoutId id="2147483664" r:id="rId16"/>
  </p:sldLayoutIdLst>
  <p:hf hdr="0"/>
  <p:txStyles>
    <p:titleStyle>
      <a:lvl1pPr algn="l" defTabSz="914400" rtl="0" eaLnBrk="1" latinLnBrk="0" hangingPunct="1">
        <a:lnSpc>
          <a:spcPct val="90000"/>
        </a:lnSpc>
        <a:spcBef>
          <a:spcPct val="0"/>
        </a:spcBef>
        <a:buNone/>
        <a:defRPr sz="2600" kern="1200">
          <a:solidFill>
            <a:schemeClr val="tx1"/>
          </a:solidFill>
          <a:latin typeface="+mj-lt"/>
          <a:ea typeface="+mj-ea"/>
          <a:cs typeface="+mj-cs"/>
        </a:defRPr>
      </a:lvl1pPr>
    </p:titleStyle>
    <p:bodyStyle>
      <a:lvl1pPr marL="270000" indent="-270000" algn="l" defTabSz="914400" rtl="0" eaLnBrk="1" latinLnBrk="0" hangingPunct="1">
        <a:lnSpc>
          <a:spcPct val="100000"/>
        </a:lnSpc>
        <a:spcBef>
          <a:spcPts val="1000"/>
        </a:spcBef>
        <a:buFont typeface="Arial" panose="020B0604020202020204" pitchFamily="34" charset="0"/>
        <a:buChar char="•"/>
        <a:defRPr sz="1800" kern="1200">
          <a:solidFill>
            <a:schemeClr val="tx1"/>
          </a:solidFill>
          <a:latin typeface="+mn-lt"/>
          <a:ea typeface="+mn-ea"/>
          <a:cs typeface="+mn-cs"/>
        </a:defRPr>
      </a:lvl1pPr>
      <a:lvl2pPr marL="538163" indent="-271463" algn="l" defTabSz="914400" rtl="0" eaLnBrk="1" latinLnBrk="0" hangingPunct="1">
        <a:lnSpc>
          <a:spcPct val="100000"/>
        </a:lnSpc>
        <a:spcBef>
          <a:spcPts val="500"/>
        </a:spcBef>
        <a:buFont typeface="Symbol" panose="05050102010706020507" pitchFamily="18" charset="2"/>
        <a:buChar char="-"/>
        <a:defRPr sz="1800" kern="1200">
          <a:solidFill>
            <a:schemeClr val="tx1"/>
          </a:solidFill>
          <a:latin typeface="+mn-lt"/>
          <a:ea typeface="+mn-ea"/>
          <a:cs typeface="+mn-cs"/>
        </a:defRPr>
      </a:lvl2pPr>
      <a:lvl3pPr marL="810000" indent="-270000" algn="l" defTabSz="914400" rtl="0" eaLnBrk="1" latinLnBrk="0" hangingPunct="1">
        <a:lnSpc>
          <a:spcPct val="100000"/>
        </a:lnSpc>
        <a:spcBef>
          <a:spcPts val="500"/>
        </a:spcBef>
        <a:buFont typeface="Symbol" panose="05050102010706020507" pitchFamily="18" charset="2"/>
        <a:buChar char="-"/>
        <a:defRPr sz="1800" kern="1200">
          <a:solidFill>
            <a:schemeClr val="tx1"/>
          </a:solidFill>
          <a:latin typeface="+mn-lt"/>
          <a:ea typeface="+mn-ea"/>
          <a:cs typeface="+mn-cs"/>
        </a:defRPr>
      </a:lvl3pPr>
      <a:lvl4pPr marL="1080000" indent="-271463" algn="l" defTabSz="914400" rtl="0" eaLnBrk="1" latinLnBrk="0" hangingPunct="1">
        <a:lnSpc>
          <a:spcPct val="100000"/>
        </a:lnSpc>
        <a:spcBef>
          <a:spcPts val="500"/>
        </a:spcBef>
        <a:buFont typeface="Symbol" panose="05050102010706020507" pitchFamily="18" charset="2"/>
        <a:buChar char="-"/>
        <a:defRPr sz="1800" kern="1200">
          <a:solidFill>
            <a:schemeClr val="tx1"/>
          </a:solidFill>
          <a:latin typeface="+mn-lt"/>
          <a:ea typeface="+mn-ea"/>
          <a:cs typeface="+mn-cs"/>
        </a:defRPr>
      </a:lvl4pPr>
      <a:lvl5pPr marL="1350000" indent="-270000" algn="l" defTabSz="914400" rtl="0" eaLnBrk="1" latinLnBrk="0" hangingPunct="1">
        <a:lnSpc>
          <a:spcPct val="100000"/>
        </a:lnSpc>
        <a:spcBef>
          <a:spcPts val="500"/>
        </a:spcBef>
        <a:buFont typeface="Symbol" panose="05050102010706020507" pitchFamily="18" charset="2"/>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2" pos="461" userDrawn="1">
          <p15:clr>
            <a:srgbClr val="F26B43"/>
          </p15:clr>
        </p15:guide>
        <p15:guide id="3" pos="7219" userDrawn="1">
          <p15:clr>
            <a:srgbClr val="F26B43"/>
          </p15:clr>
        </p15:guide>
        <p15:guide id="4" orient="horz" pos="164" userDrawn="1">
          <p15:clr>
            <a:srgbClr val="F26B43"/>
          </p15:clr>
        </p15:guide>
        <p15:guide id="5" orient="horz" pos="890" userDrawn="1">
          <p15:clr>
            <a:srgbClr val="F26B43"/>
          </p15:clr>
        </p15:guide>
        <p15:guide id="6" orient="horz" pos="4201" userDrawn="1">
          <p15:clr>
            <a:srgbClr val="F26B43"/>
          </p15:clr>
        </p15:guide>
        <p15:guide id="7" pos="3840" userDrawn="1">
          <p15:clr>
            <a:srgbClr val="F26B43"/>
          </p15:clr>
        </p15:guide>
      </p15:sldGuideLst>
    </p:ext>
  </p:extLst>
</p:sldMaster>
</file>

<file path=ppt/slides/_rels/slide1.xml.rels><?xml version="1.0" encoding="UTF-8" standalone="yes"?>
<Relationships xmlns="http://schemas.openxmlformats.org/package/2006/relationships"><Relationship Id="rId3" Type="http://schemas.openxmlformats.org/officeDocument/2006/relationships/image" Target="../media/image4.jpe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2.xml"/><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3.xml"/><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8" Type="http://schemas.openxmlformats.org/officeDocument/2006/relationships/image" Target="../media/image12.svg"/><Relationship Id="rId3" Type="http://schemas.openxmlformats.org/officeDocument/2006/relationships/image" Target="../media/image7.svg"/><Relationship Id="rId7" Type="http://schemas.openxmlformats.org/officeDocument/2006/relationships/image" Target="../media/image11.svg"/><Relationship Id="rId2" Type="http://schemas.openxmlformats.org/officeDocument/2006/relationships/notesSlide" Target="../notesSlides/notesSlide4.xml"/><Relationship Id="rId1" Type="http://schemas.openxmlformats.org/officeDocument/2006/relationships/slideLayout" Target="../slideLayouts/slideLayout6.xml"/><Relationship Id="rId6" Type="http://schemas.openxmlformats.org/officeDocument/2006/relationships/image" Target="../media/image10.svg"/><Relationship Id="rId5" Type="http://schemas.openxmlformats.org/officeDocument/2006/relationships/image" Target="../media/image9.svg"/><Relationship Id="rId4" Type="http://schemas.openxmlformats.org/officeDocument/2006/relationships/image" Target="../media/image8.svg"/><Relationship Id="rId9" Type="http://schemas.openxmlformats.org/officeDocument/2006/relationships/image" Target="../media/image13.svg"/></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7.xml"/><Relationship Id="rId1" Type="http://schemas.openxmlformats.org/officeDocument/2006/relationships/slideLayout" Target="../slideLayouts/slideLayout12.xml"/><Relationship Id="rId4" Type="http://schemas.openxmlformats.org/officeDocument/2006/relationships/image" Target="../media/image15.png"/></Relationships>
</file>

<file path=ppt/slides/_rels/slide8.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8.xml"/><Relationship Id="rId1" Type="http://schemas.openxmlformats.org/officeDocument/2006/relationships/slideLayout" Target="../slideLayouts/slideLayout12.xml"/><Relationship Id="rId4" Type="http://schemas.openxmlformats.org/officeDocument/2006/relationships/image" Target="../media/image16.png"/></Relationships>
</file>

<file path=ppt/slides/_rels/slide9.xml.rels><?xml version="1.0" encoding="UTF-8" standalone="yes"?>
<Relationships xmlns="http://schemas.openxmlformats.org/package/2006/relationships"><Relationship Id="rId3" Type="http://schemas.openxmlformats.org/officeDocument/2006/relationships/image" Target="../media/image17.svg"/><Relationship Id="rId2" Type="http://schemas.openxmlformats.org/officeDocument/2006/relationships/notesSlide" Target="../notesSlides/notesSlide9.xml"/><Relationship Id="rId1" Type="http://schemas.openxmlformats.org/officeDocument/2006/relationships/slideLayout" Target="../slideLayouts/slideLayout7.xml"/><Relationship Id="rId5" Type="http://schemas.openxmlformats.org/officeDocument/2006/relationships/image" Target="../media/image19.svg"/><Relationship Id="rId4" Type="http://schemas.openxmlformats.org/officeDocument/2006/relationships/image" Target="../media/image18.sv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9" name="Bildplatzhalter 18" descr="Ein Bild, das Gebäude, Stadt, Schloss, Turm enthält.&#10;&#10;Automatisch generierte Beschreibung">
            <a:extLst>
              <a:ext uri="{FF2B5EF4-FFF2-40B4-BE49-F238E27FC236}">
                <a16:creationId xmlns:a16="http://schemas.microsoft.com/office/drawing/2014/main" id="{882FF669-564A-4497-A386-BA8B28F256B8}"/>
              </a:ext>
            </a:extLst>
          </p:cNvPr>
          <p:cNvPicPr>
            <a:picLocks noGrp="1" noChangeAspect="1"/>
          </p:cNvPicPr>
          <p:nvPr>
            <p:ph type="pic" sz="quarter" idx="11"/>
          </p:nvPr>
        </p:nvPicPr>
        <p:blipFill>
          <a:blip r:embed="rId3">
            <a:extLst>
              <a:ext uri="{28A0092B-C50C-407E-A947-70E740481C1C}">
                <a14:useLocalDpi xmlns:a14="http://schemas.microsoft.com/office/drawing/2010/main" val="0"/>
              </a:ext>
            </a:extLst>
          </a:blip>
          <a:srcRect t="461" b="461"/>
          <a:stretch>
            <a:fillRect/>
          </a:stretch>
        </p:blipFill>
        <p:spPr/>
      </p:pic>
      <p:sp>
        <p:nvSpPr>
          <p:cNvPr id="3" name="Titel 2">
            <a:extLst>
              <a:ext uri="{FF2B5EF4-FFF2-40B4-BE49-F238E27FC236}">
                <a16:creationId xmlns:a16="http://schemas.microsoft.com/office/drawing/2014/main" id="{AC1FB292-90C1-439C-8480-EB4116CF2374}"/>
              </a:ext>
            </a:extLst>
          </p:cNvPr>
          <p:cNvSpPr>
            <a:spLocks noGrp="1"/>
          </p:cNvSpPr>
          <p:nvPr>
            <p:ph type="ctrTitle"/>
          </p:nvPr>
        </p:nvSpPr>
        <p:spPr/>
        <p:txBody>
          <a:bodyPr/>
          <a:lstStyle/>
          <a:p>
            <a:r>
              <a:rPr lang="de-DE" sz="2400" noProof="0" dirty="0">
                <a:ea typeface="+mj-lt"/>
                <a:cs typeface="+mj-lt"/>
              </a:rPr>
              <a:t>Final </a:t>
            </a:r>
            <a:r>
              <a:rPr lang="de-DE" sz="2400" noProof="0" dirty="0" err="1">
                <a:ea typeface="+mj-lt"/>
                <a:cs typeface="+mj-lt"/>
              </a:rPr>
              <a:t>Presentation</a:t>
            </a:r>
            <a:r>
              <a:rPr lang="de-DE" sz="2400" noProof="0" dirty="0">
                <a:ea typeface="+mj-lt"/>
                <a:cs typeface="+mj-lt"/>
              </a:rPr>
              <a:t> – </a:t>
            </a:r>
            <a:r>
              <a:rPr lang="de-DE" sz="2400" noProof="0">
                <a:ea typeface="+mj-lt"/>
                <a:cs typeface="+mj-lt"/>
              </a:rPr>
              <a:t>Marketing Analytics</a:t>
            </a:r>
            <a:endParaRPr lang="en-US" sz="2400" noProof="0" dirty="0">
              <a:ea typeface="+mj-lt"/>
              <a:cs typeface="+mj-lt"/>
            </a:endParaRPr>
          </a:p>
        </p:txBody>
      </p:sp>
      <p:sp>
        <p:nvSpPr>
          <p:cNvPr id="2" name="Bildplatzhalter 1">
            <a:extLst>
              <a:ext uri="{FF2B5EF4-FFF2-40B4-BE49-F238E27FC236}">
                <a16:creationId xmlns:a16="http://schemas.microsoft.com/office/drawing/2014/main" id="{11ADABBC-2742-48DB-BA2B-E411F07CEE7C}"/>
              </a:ext>
            </a:extLst>
          </p:cNvPr>
          <p:cNvSpPr>
            <a:spLocks noGrp="1"/>
          </p:cNvSpPr>
          <p:nvPr>
            <p:ph type="pic" sz="quarter" idx="12"/>
          </p:nvPr>
        </p:nvSpPr>
        <p:spPr/>
        <p:txBody>
          <a:bodyPr/>
          <a:lstStyle/>
          <a:p>
            <a:endParaRPr lang="en-US" noProof="0"/>
          </a:p>
        </p:txBody>
      </p:sp>
      <p:sp>
        <p:nvSpPr>
          <p:cNvPr id="6" name="Textplatzhalter 5">
            <a:extLst>
              <a:ext uri="{FF2B5EF4-FFF2-40B4-BE49-F238E27FC236}">
                <a16:creationId xmlns:a16="http://schemas.microsoft.com/office/drawing/2014/main" id="{4171C1F6-869F-40B1-8975-92FF2042F4CD}"/>
              </a:ext>
            </a:extLst>
          </p:cNvPr>
          <p:cNvSpPr>
            <a:spLocks noGrp="1"/>
          </p:cNvSpPr>
          <p:nvPr>
            <p:ph type="body" sz="quarter" idx="13"/>
          </p:nvPr>
        </p:nvSpPr>
        <p:spPr>
          <a:xfrm>
            <a:off x="1069186" y="3785845"/>
            <a:ext cx="4680000" cy="1008000"/>
          </a:xfrm>
        </p:spPr>
        <p:txBody>
          <a:bodyPr vert="horz" lIns="0" tIns="0" rIns="0" bIns="0" rtlCol="0" anchor="t">
            <a:noAutofit/>
          </a:bodyPr>
          <a:lstStyle/>
          <a:p>
            <a:r>
              <a:rPr lang="en-US" b="1" noProof="0" dirty="0">
                <a:cs typeface="+mn-lt"/>
              </a:rPr>
              <a:t>Group 2:</a:t>
            </a:r>
          </a:p>
          <a:p>
            <a:endParaRPr lang="en-US" sz="1000" b="1" noProof="0" dirty="0">
              <a:cs typeface="+mn-lt"/>
            </a:endParaRPr>
          </a:p>
          <a:p>
            <a:r>
              <a:rPr lang="en-US" sz="1600" b="1" noProof="0" dirty="0">
                <a:cs typeface="+mn-lt"/>
              </a:rPr>
              <a:t>Constantin </a:t>
            </a:r>
            <a:r>
              <a:rPr lang="en-US" sz="1600" b="1" noProof="0" dirty="0" err="1">
                <a:cs typeface="+mn-lt"/>
              </a:rPr>
              <a:t>Cimpoes</a:t>
            </a:r>
            <a:r>
              <a:rPr lang="en-US" sz="1600" b="1" noProof="0" dirty="0">
                <a:cs typeface="+mn-lt"/>
              </a:rPr>
              <a:t>, Julius Voss</a:t>
            </a:r>
          </a:p>
        </p:txBody>
      </p:sp>
      <p:sp>
        <p:nvSpPr>
          <p:cNvPr id="9" name="Textplatzhalter 8">
            <a:extLst>
              <a:ext uri="{FF2B5EF4-FFF2-40B4-BE49-F238E27FC236}">
                <a16:creationId xmlns:a16="http://schemas.microsoft.com/office/drawing/2014/main" id="{C6B18E6F-BDD9-4B0B-9B9E-C25187E0E1F2}"/>
              </a:ext>
            </a:extLst>
          </p:cNvPr>
          <p:cNvSpPr>
            <a:spLocks noGrp="1"/>
          </p:cNvSpPr>
          <p:nvPr>
            <p:ph type="body" sz="quarter" idx="16"/>
          </p:nvPr>
        </p:nvSpPr>
        <p:spPr/>
        <p:txBody>
          <a:bodyPr/>
          <a:lstStyle/>
          <a:p>
            <a:r>
              <a:rPr lang="en-US" dirty="0"/>
              <a:t>Marketing Analytics</a:t>
            </a:r>
          </a:p>
        </p:txBody>
      </p:sp>
    </p:spTree>
    <p:extLst>
      <p:ext uri="{BB962C8B-B14F-4D97-AF65-F5344CB8AC3E}">
        <p14:creationId xmlns:p14="http://schemas.microsoft.com/office/powerpoint/2010/main" val="3536168811"/>
      </p:ext>
    </p:extLst>
  </p:cSld>
  <p:clrMapOvr>
    <a:masterClrMapping/>
  </p:clrMapOvr>
  <mc:AlternateContent xmlns:mc="http://schemas.openxmlformats.org/markup-compatibility/2006" xmlns:p14="http://schemas.microsoft.com/office/powerpoint/2010/main">
    <mc:Choice Requires="p14">
      <p:transition spd="slow" p14:dur="2000" advTm="14102"/>
    </mc:Choice>
    <mc:Fallback xmlns="">
      <p:transition spd="slow" advTm="14102"/>
    </mc:Fallback>
  </mc:AlternateContent>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3C090E8-D6F4-8EB9-7944-C940CC034CD8}"/>
            </a:ext>
          </a:extLst>
        </p:cNvPr>
        <p:cNvGrpSpPr/>
        <p:nvPr/>
      </p:nvGrpSpPr>
      <p:grpSpPr>
        <a:xfrm>
          <a:off x="0" y="0"/>
          <a:ext cx="0" cy="0"/>
          <a:chOff x="0" y="0"/>
          <a:chExt cx="0" cy="0"/>
        </a:xfrm>
      </p:grpSpPr>
      <p:sp>
        <p:nvSpPr>
          <p:cNvPr id="2" name="Titel 1">
            <a:extLst>
              <a:ext uri="{FF2B5EF4-FFF2-40B4-BE49-F238E27FC236}">
                <a16:creationId xmlns:a16="http://schemas.microsoft.com/office/drawing/2014/main" id="{6E5E5FD5-7C7A-5D8B-B864-6B4B561EAF6A}"/>
              </a:ext>
            </a:extLst>
          </p:cNvPr>
          <p:cNvSpPr>
            <a:spLocks noGrp="1"/>
          </p:cNvSpPr>
          <p:nvPr>
            <p:ph type="title"/>
          </p:nvPr>
        </p:nvSpPr>
        <p:spPr/>
        <p:txBody>
          <a:bodyPr/>
          <a:lstStyle/>
          <a:p>
            <a:r>
              <a:rPr lang="de-DE" dirty="0"/>
              <a:t>The Baseline - </a:t>
            </a:r>
            <a:r>
              <a:rPr lang="en-US" dirty="0"/>
              <a:t>Comparing RFM-based Models</a:t>
            </a:r>
          </a:p>
        </p:txBody>
      </p:sp>
      <p:sp>
        <p:nvSpPr>
          <p:cNvPr id="4" name="Datumsplatzhalter 3">
            <a:extLst>
              <a:ext uri="{FF2B5EF4-FFF2-40B4-BE49-F238E27FC236}">
                <a16:creationId xmlns:a16="http://schemas.microsoft.com/office/drawing/2014/main" id="{03C7CEAA-E7E1-33D0-A27C-755DA6D64D17}"/>
              </a:ext>
            </a:extLst>
          </p:cNvPr>
          <p:cNvSpPr>
            <a:spLocks noGrp="1"/>
          </p:cNvSpPr>
          <p:nvPr>
            <p:ph type="dt" sz="half" idx="10"/>
          </p:nvPr>
        </p:nvSpPr>
        <p:spPr/>
        <p:txBody>
          <a:bodyPr/>
          <a:lstStyle/>
          <a:p>
            <a:fld id="{11B96697-4585-4368-989A-16003D150648}" type="datetime1">
              <a:rPr lang="de-CH" noProof="0" smtClean="0"/>
              <a:t>28.04.2026</a:t>
            </a:fld>
            <a:endParaRPr lang="de-CH" noProof="0"/>
          </a:p>
        </p:txBody>
      </p:sp>
      <p:sp>
        <p:nvSpPr>
          <p:cNvPr id="5" name="Fußzeilenplatzhalter 4">
            <a:extLst>
              <a:ext uri="{FF2B5EF4-FFF2-40B4-BE49-F238E27FC236}">
                <a16:creationId xmlns:a16="http://schemas.microsoft.com/office/drawing/2014/main" id="{25F40C72-0A4C-15E0-04ED-E35CDAC951A2}"/>
              </a:ext>
            </a:extLst>
          </p:cNvPr>
          <p:cNvSpPr>
            <a:spLocks noGrp="1"/>
          </p:cNvSpPr>
          <p:nvPr>
            <p:ph type="ftr" sz="quarter" idx="11"/>
          </p:nvPr>
        </p:nvSpPr>
        <p:spPr/>
        <p:txBody>
          <a:bodyPr/>
          <a:lstStyle/>
          <a:p>
            <a:r>
              <a:rPr lang="de-DE" noProof="0"/>
              <a:t>Organisationseinheit verbal</a:t>
            </a:r>
            <a:endParaRPr lang="de-CH" noProof="0"/>
          </a:p>
        </p:txBody>
      </p:sp>
      <p:sp>
        <p:nvSpPr>
          <p:cNvPr id="6" name="Foliennummernplatzhalter 5">
            <a:extLst>
              <a:ext uri="{FF2B5EF4-FFF2-40B4-BE49-F238E27FC236}">
                <a16:creationId xmlns:a16="http://schemas.microsoft.com/office/drawing/2014/main" id="{6CB852D8-B209-4738-E27C-04B18571254A}"/>
              </a:ext>
            </a:extLst>
          </p:cNvPr>
          <p:cNvSpPr>
            <a:spLocks noGrp="1"/>
          </p:cNvSpPr>
          <p:nvPr>
            <p:ph type="sldNum" sz="quarter" idx="12"/>
          </p:nvPr>
        </p:nvSpPr>
        <p:spPr/>
        <p:txBody>
          <a:bodyPr/>
          <a:lstStyle/>
          <a:p>
            <a:fld id="{5ACA52AF-F19D-405C-AD5F-7D94B96A5CC3}" type="slidenum">
              <a:rPr lang="de-CH" noProof="0" smtClean="0"/>
              <a:t>2</a:t>
            </a:fld>
            <a:endParaRPr lang="de-CH" noProof="0"/>
          </a:p>
        </p:txBody>
      </p:sp>
      <p:sp>
        <p:nvSpPr>
          <p:cNvPr id="10" name="Inhaltsplatzhalter 9">
            <a:extLst>
              <a:ext uri="{FF2B5EF4-FFF2-40B4-BE49-F238E27FC236}">
                <a16:creationId xmlns:a16="http://schemas.microsoft.com/office/drawing/2014/main" id="{3A31A4A3-6617-7FB5-F944-46ABCB3B37EE}"/>
              </a:ext>
            </a:extLst>
          </p:cNvPr>
          <p:cNvSpPr>
            <a:spLocks noGrp="1"/>
          </p:cNvSpPr>
          <p:nvPr>
            <p:ph idx="1"/>
          </p:nvPr>
        </p:nvSpPr>
        <p:spPr>
          <a:xfrm>
            <a:off x="7779573" y="4249919"/>
            <a:ext cx="3975720" cy="1402541"/>
          </a:xfrm>
          <a:solidFill>
            <a:srgbClr val="FF7D7D"/>
          </a:solidFill>
          <a:ln w="38100">
            <a:solidFill>
              <a:srgbClr val="FF0000"/>
            </a:solidFill>
          </a:ln>
        </p:spPr>
        <p:txBody>
          <a:bodyPr anchor="ctr"/>
          <a:lstStyle/>
          <a:p>
            <a:pPr marL="182563" indent="0">
              <a:buNone/>
            </a:pPr>
            <a:r>
              <a:rPr lang="de-DE" dirty="0"/>
              <a:t>Problem: 2 different </a:t>
            </a:r>
            <a:r>
              <a:rPr lang="de-DE" dirty="0" err="1"/>
              <a:t>datasets</a:t>
            </a:r>
            <a:r>
              <a:rPr lang="de-DE" dirty="0"/>
              <a:t> used</a:t>
            </a:r>
          </a:p>
          <a:p>
            <a:pPr lvl="1"/>
            <a:r>
              <a:rPr lang="de-DE" dirty="0"/>
              <a:t>RFM Ridge &amp; </a:t>
            </a:r>
            <a:r>
              <a:rPr lang="de-DE" dirty="0" err="1"/>
              <a:t>LightGBM</a:t>
            </a:r>
            <a:r>
              <a:rPr lang="de-DE" dirty="0"/>
              <a:t> trained on post-2020 </a:t>
            </a:r>
            <a:r>
              <a:rPr lang="de-DE" dirty="0" err="1"/>
              <a:t>data</a:t>
            </a:r>
            <a:endParaRPr lang="de-DE" dirty="0"/>
          </a:p>
          <a:p>
            <a:pPr lvl="1"/>
            <a:r>
              <a:rPr lang="de-DE" dirty="0" err="1"/>
              <a:t>CLVTools</a:t>
            </a:r>
            <a:r>
              <a:rPr lang="de-DE" dirty="0"/>
              <a:t> on </a:t>
            </a:r>
            <a:r>
              <a:rPr lang="de-DE" dirty="0" err="1"/>
              <a:t>whole</a:t>
            </a:r>
            <a:r>
              <a:rPr lang="de-DE" dirty="0"/>
              <a:t> </a:t>
            </a:r>
            <a:r>
              <a:rPr lang="de-DE" dirty="0" err="1"/>
              <a:t>dataset</a:t>
            </a:r>
            <a:r>
              <a:rPr lang="de-DE" dirty="0"/>
              <a:t> </a:t>
            </a:r>
            <a:endParaRPr lang="en-US" dirty="0"/>
          </a:p>
        </p:txBody>
      </p:sp>
      <p:pic>
        <p:nvPicPr>
          <p:cNvPr id="14" name="Grafik 13">
            <a:extLst>
              <a:ext uri="{FF2B5EF4-FFF2-40B4-BE49-F238E27FC236}">
                <a16:creationId xmlns:a16="http://schemas.microsoft.com/office/drawing/2014/main" id="{4F144D59-303A-7D16-AC81-8EDD1A3A5B22}"/>
              </a:ext>
            </a:extLst>
          </p:cNvPr>
          <p:cNvPicPr>
            <a:picLocks noChangeAspect="1"/>
          </p:cNvPicPr>
          <p:nvPr/>
        </p:nvPicPr>
        <p:blipFill>
          <a:blip r:embed="rId3">
            <a:extLst>
              <a:ext uri="{28A0092B-C50C-407E-A947-70E740481C1C}">
                <a14:useLocalDpi xmlns:a14="http://schemas.microsoft.com/office/drawing/2010/main" val="0"/>
              </a:ext>
            </a:extLst>
          </a:blip>
          <a:srcRect/>
          <a:stretch/>
        </p:blipFill>
        <p:spPr>
          <a:xfrm>
            <a:off x="745146" y="1600765"/>
            <a:ext cx="6826280" cy="4051695"/>
          </a:xfrm>
          <a:prstGeom prst="rect">
            <a:avLst/>
          </a:prstGeom>
        </p:spPr>
      </p:pic>
      <p:sp>
        <p:nvSpPr>
          <p:cNvPr id="3" name="Inhaltsplatzhalter 9">
            <a:extLst>
              <a:ext uri="{FF2B5EF4-FFF2-40B4-BE49-F238E27FC236}">
                <a16:creationId xmlns:a16="http://schemas.microsoft.com/office/drawing/2014/main" id="{19AACD25-75AC-77FA-3B17-52C76744CAAA}"/>
              </a:ext>
            </a:extLst>
          </p:cNvPr>
          <p:cNvSpPr txBox="1">
            <a:spLocks/>
          </p:cNvSpPr>
          <p:nvPr/>
        </p:nvSpPr>
        <p:spPr>
          <a:xfrm>
            <a:off x="7779573" y="1737586"/>
            <a:ext cx="3975720" cy="2221228"/>
          </a:xfrm>
          <a:prstGeom prst="rect">
            <a:avLst/>
          </a:prstGeom>
        </p:spPr>
        <p:txBody>
          <a:bodyPr vert="horz" lIns="0" tIns="0" rIns="0" bIns="0" rtlCol="0">
            <a:noAutofit/>
          </a:bodyPr>
          <a:lstStyle>
            <a:lvl1pPr marL="270000" indent="-270000" algn="l" defTabSz="914400" rtl="0" eaLnBrk="1" latinLnBrk="0" hangingPunct="1">
              <a:lnSpc>
                <a:spcPct val="100000"/>
              </a:lnSpc>
              <a:spcBef>
                <a:spcPts val="1000"/>
              </a:spcBef>
              <a:buFont typeface="Arial" panose="020B0604020202020204" pitchFamily="34" charset="0"/>
              <a:buChar char="•"/>
              <a:defRPr sz="1800" kern="1200">
                <a:solidFill>
                  <a:schemeClr val="tx1"/>
                </a:solidFill>
                <a:latin typeface="+mn-lt"/>
                <a:ea typeface="+mn-ea"/>
                <a:cs typeface="+mn-cs"/>
              </a:defRPr>
            </a:lvl1pPr>
            <a:lvl2pPr marL="538163" indent="-271463" algn="l" defTabSz="914400" rtl="0" eaLnBrk="1" latinLnBrk="0" hangingPunct="1">
              <a:lnSpc>
                <a:spcPct val="100000"/>
              </a:lnSpc>
              <a:spcBef>
                <a:spcPts val="500"/>
              </a:spcBef>
              <a:buFont typeface="Symbol" panose="05050102010706020507" pitchFamily="18" charset="2"/>
              <a:buChar char="-"/>
              <a:defRPr sz="1800" kern="1200">
                <a:solidFill>
                  <a:schemeClr val="tx1"/>
                </a:solidFill>
                <a:latin typeface="+mn-lt"/>
                <a:ea typeface="+mn-ea"/>
                <a:cs typeface="+mn-cs"/>
              </a:defRPr>
            </a:lvl2pPr>
            <a:lvl3pPr marL="810000" indent="-270000" algn="l" defTabSz="914400" rtl="0" eaLnBrk="1" latinLnBrk="0" hangingPunct="1">
              <a:lnSpc>
                <a:spcPct val="100000"/>
              </a:lnSpc>
              <a:spcBef>
                <a:spcPts val="500"/>
              </a:spcBef>
              <a:buFont typeface="Symbol" panose="05050102010706020507" pitchFamily="18" charset="2"/>
              <a:buChar char="-"/>
              <a:defRPr sz="1800" kern="1200">
                <a:solidFill>
                  <a:schemeClr val="tx1"/>
                </a:solidFill>
                <a:latin typeface="+mn-lt"/>
                <a:ea typeface="+mn-ea"/>
                <a:cs typeface="+mn-cs"/>
              </a:defRPr>
            </a:lvl3pPr>
            <a:lvl4pPr marL="1080000" indent="-271463" algn="l" defTabSz="914400" rtl="0" eaLnBrk="1" latinLnBrk="0" hangingPunct="1">
              <a:lnSpc>
                <a:spcPct val="100000"/>
              </a:lnSpc>
              <a:spcBef>
                <a:spcPts val="500"/>
              </a:spcBef>
              <a:buFont typeface="Symbol" panose="05050102010706020507" pitchFamily="18" charset="2"/>
              <a:buChar char="-"/>
              <a:defRPr sz="1800" kern="1200">
                <a:solidFill>
                  <a:schemeClr val="tx1"/>
                </a:solidFill>
                <a:latin typeface="+mn-lt"/>
                <a:ea typeface="+mn-ea"/>
                <a:cs typeface="+mn-cs"/>
              </a:defRPr>
            </a:lvl4pPr>
            <a:lvl5pPr marL="1350000" indent="-270000" algn="l" defTabSz="914400" rtl="0" eaLnBrk="1" latinLnBrk="0" hangingPunct="1">
              <a:lnSpc>
                <a:spcPct val="100000"/>
              </a:lnSpc>
              <a:spcBef>
                <a:spcPts val="500"/>
              </a:spcBef>
              <a:buFont typeface="Symbol" panose="05050102010706020507" pitchFamily="18" charset="2"/>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de-DE" dirty="0" err="1"/>
              <a:t>CLVTools</a:t>
            </a:r>
            <a:r>
              <a:rPr lang="de-DE" dirty="0"/>
              <a:t>‘ Pareto/NBD </a:t>
            </a:r>
            <a:r>
              <a:rPr lang="de-DE" dirty="0" err="1"/>
              <a:t>model</a:t>
            </a:r>
            <a:r>
              <a:rPr lang="de-DE" dirty="0"/>
              <a:t> </a:t>
            </a:r>
            <a:r>
              <a:rPr lang="de-DE" dirty="0" err="1"/>
              <a:t>outperforms</a:t>
            </a:r>
            <a:r>
              <a:rPr lang="de-DE" dirty="0"/>
              <a:t> simple RFM-</a:t>
            </a:r>
            <a:r>
              <a:rPr lang="de-DE" dirty="0" err="1"/>
              <a:t>based</a:t>
            </a:r>
            <a:r>
              <a:rPr lang="de-DE" dirty="0"/>
              <a:t> </a:t>
            </a:r>
            <a:r>
              <a:rPr lang="de-DE" dirty="0" err="1"/>
              <a:t>models</a:t>
            </a:r>
            <a:endParaRPr lang="de-DE" dirty="0"/>
          </a:p>
          <a:p>
            <a:r>
              <a:rPr lang="de-DE" dirty="0"/>
              <a:t>Good </a:t>
            </a:r>
            <a:r>
              <a:rPr lang="de-DE" dirty="0" err="1"/>
              <a:t>starting</a:t>
            </a:r>
            <a:r>
              <a:rPr lang="de-DE" dirty="0"/>
              <a:t> </a:t>
            </a:r>
            <a:r>
              <a:rPr lang="de-DE" dirty="0" err="1"/>
              <a:t>point</a:t>
            </a:r>
            <a:r>
              <a:rPr lang="de-DE" dirty="0"/>
              <a:t> to </a:t>
            </a:r>
            <a:r>
              <a:rPr lang="de-DE" dirty="0" err="1"/>
              <a:t>compare</a:t>
            </a:r>
            <a:r>
              <a:rPr lang="de-DE" dirty="0"/>
              <a:t> </a:t>
            </a:r>
            <a:r>
              <a:rPr lang="de-DE" dirty="0" err="1"/>
              <a:t>baseline</a:t>
            </a:r>
            <a:r>
              <a:rPr lang="de-DE" dirty="0"/>
              <a:t> </a:t>
            </a:r>
            <a:r>
              <a:rPr lang="de-DE" dirty="0" err="1"/>
              <a:t>agains</a:t>
            </a:r>
            <a:r>
              <a:rPr lang="de-DE" dirty="0"/>
              <a:t> </a:t>
            </a:r>
            <a:r>
              <a:rPr lang="de-DE" dirty="0" err="1"/>
              <a:t>more</a:t>
            </a:r>
            <a:r>
              <a:rPr lang="de-DE" dirty="0"/>
              <a:t> </a:t>
            </a:r>
            <a:r>
              <a:rPr lang="de-DE" dirty="0" err="1"/>
              <a:t>advanced</a:t>
            </a:r>
            <a:r>
              <a:rPr lang="de-DE" dirty="0"/>
              <a:t> </a:t>
            </a:r>
            <a:r>
              <a:rPr lang="de-DE" dirty="0" err="1"/>
              <a:t>models</a:t>
            </a:r>
            <a:r>
              <a:rPr lang="de-DE" dirty="0"/>
              <a:t> with </a:t>
            </a:r>
            <a:r>
              <a:rPr lang="de-DE" dirty="0" err="1"/>
              <a:t>more</a:t>
            </a:r>
            <a:r>
              <a:rPr lang="de-DE" dirty="0"/>
              <a:t> </a:t>
            </a:r>
            <a:r>
              <a:rPr lang="de-DE" dirty="0" err="1"/>
              <a:t>features</a:t>
            </a:r>
            <a:endParaRPr lang="en-US" dirty="0"/>
          </a:p>
        </p:txBody>
      </p:sp>
    </p:spTree>
    <p:extLst>
      <p:ext uri="{BB962C8B-B14F-4D97-AF65-F5344CB8AC3E}">
        <p14:creationId xmlns:p14="http://schemas.microsoft.com/office/powerpoint/2010/main" val="399609064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0">
                                            <p:bg/>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0">
                                            <p:txEl>
                                              <p:pRg st="0" end="0"/>
                                            </p:txEl>
                                          </p:spTgt>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10">
                                            <p:txEl>
                                              <p:pRg st="1" end="1"/>
                                            </p:txEl>
                                          </p:spTgt>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10">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uiExpand="1" build="p" animBg="1"/>
    </p:bld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12D4647-6340-A6D3-4FB0-F0843325A17E}"/>
            </a:ext>
          </a:extLst>
        </p:cNvPr>
        <p:cNvGrpSpPr/>
        <p:nvPr/>
      </p:nvGrpSpPr>
      <p:grpSpPr>
        <a:xfrm>
          <a:off x="0" y="0"/>
          <a:ext cx="0" cy="0"/>
          <a:chOff x="0" y="0"/>
          <a:chExt cx="0" cy="0"/>
        </a:xfrm>
      </p:grpSpPr>
      <p:sp>
        <p:nvSpPr>
          <p:cNvPr id="2" name="Titel 1">
            <a:extLst>
              <a:ext uri="{FF2B5EF4-FFF2-40B4-BE49-F238E27FC236}">
                <a16:creationId xmlns:a16="http://schemas.microsoft.com/office/drawing/2014/main" id="{44CF02FC-3047-4B5C-A799-176506FFEC75}"/>
              </a:ext>
            </a:extLst>
          </p:cNvPr>
          <p:cNvSpPr>
            <a:spLocks noGrp="1"/>
          </p:cNvSpPr>
          <p:nvPr>
            <p:ph type="title"/>
          </p:nvPr>
        </p:nvSpPr>
        <p:spPr/>
        <p:txBody>
          <a:bodyPr/>
          <a:lstStyle/>
          <a:p>
            <a:r>
              <a:rPr lang="de-DE" dirty="0"/>
              <a:t>The Baseline - </a:t>
            </a:r>
            <a:r>
              <a:rPr lang="en-US" dirty="0" err="1"/>
              <a:t>LightGBM</a:t>
            </a:r>
            <a:r>
              <a:rPr lang="en-US" dirty="0"/>
              <a:t> Already Beats the Industry Benchmark on RFM-Features</a:t>
            </a:r>
          </a:p>
        </p:txBody>
      </p:sp>
      <p:sp>
        <p:nvSpPr>
          <p:cNvPr id="4" name="Datumsplatzhalter 3">
            <a:extLst>
              <a:ext uri="{FF2B5EF4-FFF2-40B4-BE49-F238E27FC236}">
                <a16:creationId xmlns:a16="http://schemas.microsoft.com/office/drawing/2014/main" id="{730BE25F-08CF-12D5-098D-A017042BCF79}"/>
              </a:ext>
            </a:extLst>
          </p:cNvPr>
          <p:cNvSpPr>
            <a:spLocks noGrp="1"/>
          </p:cNvSpPr>
          <p:nvPr>
            <p:ph type="dt" sz="half" idx="10"/>
          </p:nvPr>
        </p:nvSpPr>
        <p:spPr/>
        <p:txBody>
          <a:bodyPr/>
          <a:lstStyle/>
          <a:p>
            <a:fld id="{11B96697-4585-4368-989A-16003D150648}" type="datetime1">
              <a:rPr lang="de-CH" noProof="0" smtClean="0"/>
              <a:t>28.04.2026</a:t>
            </a:fld>
            <a:endParaRPr lang="de-CH" noProof="0"/>
          </a:p>
        </p:txBody>
      </p:sp>
      <p:sp>
        <p:nvSpPr>
          <p:cNvPr id="5" name="Fußzeilenplatzhalter 4">
            <a:extLst>
              <a:ext uri="{FF2B5EF4-FFF2-40B4-BE49-F238E27FC236}">
                <a16:creationId xmlns:a16="http://schemas.microsoft.com/office/drawing/2014/main" id="{07B4C5EC-B4D0-CB46-5FAA-B96FF38D3020}"/>
              </a:ext>
            </a:extLst>
          </p:cNvPr>
          <p:cNvSpPr>
            <a:spLocks noGrp="1"/>
          </p:cNvSpPr>
          <p:nvPr>
            <p:ph type="ftr" sz="quarter" idx="11"/>
          </p:nvPr>
        </p:nvSpPr>
        <p:spPr/>
        <p:txBody>
          <a:bodyPr/>
          <a:lstStyle/>
          <a:p>
            <a:r>
              <a:rPr lang="de-DE" noProof="0"/>
              <a:t>Organisationseinheit verbal</a:t>
            </a:r>
            <a:endParaRPr lang="de-CH" noProof="0"/>
          </a:p>
        </p:txBody>
      </p:sp>
      <p:sp>
        <p:nvSpPr>
          <p:cNvPr id="6" name="Foliennummernplatzhalter 5">
            <a:extLst>
              <a:ext uri="{FF2B5EF4-FFF2-40B4-BE49-F238E27FC236}">
                <a16:creationId xmlns:a16="http://schemas.microsoft.com/office/drawing/2014/main" id="{B3B88916-B099-8517-49BB-80572B5A93A0}"/>
              </a:ext>
            </a:extLst>
          </p:cNvPr>
          <p:cNvSpPr>
            <a:spLocks noGrp="1"/>
          </p:cNvSpPr>
          <p:nvPr>
            <p:ph type="sldNum" sz="quarter" idx="12"/>
          </p:nvPr>
        </p:nvSpPr>
        <p:spPr/>
        <p:txBody>
          <a:bodyPr/>
          <a:lstStyle/>
          <a:p>
            <a:fld id="{5ACA52AF-F19D-405C-AD5F-7D94B96A5CC3}" type="slidenum">
              <a:rPr lang="de-CH" noProof="0" smtClean="0"/>
              <a:t>3</a:t>
            </a:fld>
            <a:endParaRPr lang="de-CH" noProof="0"/>
          </a:p>
        </p:txBody>
      </p:sp>
      <p:sp>
        <p:nvSpPr>
          <p:cNvPr id="10" name="Inhaltsplatzhalter 9">
            <a:extLst>
              <a:ext uri="{FF2B5EF4-FFF2-40B4-BE49-F238E27FC236}">
                <a16:creationId xmlns:a16="http://schemas.microsoft.com/office/drawing/2014/main" id="{8755E392-7CBB-5EC3-5428-882110E5FFB5}"/>
              </a:ext>
            </a:extLst>
          </p:cNvPr>
          <p:cNvSpPr>
            <a:spLocks noGrp="1"/>
          </p:cNvSpPr>
          <p:nvPr>
            <p:ph idx="1"/>
          </p:nvPr>
        </p:nvSpPr>
        <p:spPr>
          <a:xfrm>
            <a:off x="7691718" y="1160351"/>
            <a:ext cx="3975720" cy="4932524"/>
          </a:xfrm>
        </p:spPr>
        <p:txBody>
          <a:bodyPr/>
          <a:lstStyle/>
          <a:p>
            <a:r>
              <a:rPr lang="en-US" b="1" dirty="0"/>
              <a:t>Ridge (4,385):</a:t>
            </a:r>
            <a:r>
              <a:rPr lang="en-US" dirty="0"/>
              <a:t> Wrong assumptions, linearity can't capture churn</a:t>
            </a:r>
          </a:p>
          <a:p>
            <a:pPr lvl="1">
              <a:buFont typeface="Wingdings" panose="05000000000000000000" pitchFamily="2" charset="2"/>
              <a:buChar char="§"/>
            </a:pPr>
            <a:r>
              <a:rPr lang="en-US" dirty="0"/>
              <a:t>Example:</a:t>
            </a:r>
          </a:p>
          <a:p>
            <a:pPr lvl="2">
              <a:buFont typeface="Courier New" panose="02070309020205020404" pitchFamily="49" charset="0"/>
              <a:buChar char="o"/>
            </a:pPr>
            <a:r>
              <a:rPr lang="en-US" dirty="0"/>
              <a:t>Recency: 245 days</a:t>
            </a:r>
          </a:p>
          <a:p>
            <a:pPr lvl="2">
              <a:buFont typeface="Courier New" panose="02070309020205020404" pitchFamily="49" charset="0"/>
              <a:buChar char="o"/>
            </a:pPr>
            <a:r>
              <a:rPr lang="en-US" dirty="0"/>
              <a:t>Frequency: 33 rentals</a:t>
            </a:r>
          </a:p>
          <a:p>
            <a:pPr lvl="2">
              <a:buFont typeface="Courier New" panose="02070309020205020404" pitchFamily="49" charset="0"/>
              <a:buChar char="o"/>
            </a:pPr>
            <a:r>
              <a:rPr lang="en-US" dirty="0"/>
              <a:t>Monetary: 55,451.33 NOK</a:t>
            </a:r>
          </a:p>
          <a:p>
            <a:pPr lvl="1">
              <a:buFont typeface="Wingdings" panose="05000000000000000000" pitchFamily="2" charset="2"/>
              <a:buChar char="§"/>
            </a:pPr>
            <a:r>
              <a:rPr lang="en-US" dirty="0"/>
              <a:t>Actual Revenue: 0 NOK</a:t>
            </a:r>
          </a:p>
          <a:p>
            <a:pPr lvl="1">
              <a:buFont typeface="Wingdings" panose="05000000000000000000" pitchFamily="2" charset="2"/>
              <a:buChar char="§"/>
            </a:pPr>
            <a:r>
              <a:rPr lang="en-US" dirty="0"/>
              <a:t>Predicted: 23,884.28 NOK</a:t>
            </a:r>
          </a:p>
          <a:p>
            <a:r>
              <a:rPr lang="en-US" b="1" dirty="0"/>
              <a:t>Pareto/NBD (3,756):</a:t>
            </a:r>
            <a:r>
              <a:rPr lang="en-US" dirty="0"/>
              <a:t> Industry benchmark, built for this problem, but constrained by fixed statistical assumptions</a:t>
            </a:r>
          </a:p>
          <a:p>
            <a:r>
              <a:rPr lang="en-US" b="1" dirty="0" err="1"/>
              <a:t>LightGBM</a:t>
            </a:r>
            <a:r>
              <a:rPr lang="en-US" b="1" dirty="0"/>
              <a:t> (2,536):</a:t>
            </a:r>
            <a:r>
              <a:rPr lang="en-US" dirty="0"/>
              <a:t> Learns churn from data directly → no assumptions needed</a:t>
            </a:r>
          </a:p>
        </p:txBody>
      </p:sp>
      <p:pic>
        <p:nvPicPr>
          <p:cNvPr id="14" name="Grafik 13">
            <a:extLst>
              <a:ext uri="{FF2B5EF4-FFF2-40B4-BE49-F238E27FC236}">
                <a16:creationId xmlns:a16="http://schemas.microsoft.com/office/drawing/2014/main" id="{C58F3C9C-C725-A9F3-0CA6-65F4A095B051}"/>
              </a:ext>
            </a:extLst>
          </p:cNvPr>
          <p:cNvPicPr>
            <a:picLocks noChangeAspect="1"/>
          </p:cNvPicPr>
          <p:nvPr/>
        </p:nvPicPr>
        <p:blipFill>
          <a:blip r:embed="rId3">
            <a:extLst>
              <a:ext uri="{28A0092B-C50C-407E-A947-70E740481C1C}">
                <a14:useLocalDpi xmlns:a14="http://schemas.microsoft.com/office/drawing/2010/main" val="0"/>
              </a:ext>
            </a:extLst>
          </a:blip>
          <a:srcRect/>
          <a:stretch/>
        </p:blipFill>
        <p:spPr>
          <a:xfrm>
            <a:off x="744872" y="1600765"/>
            <a:ext cx="6826828" cy="4051695"/>
          </a:xfrm>
          <a:prstGeom prst="rect">
            <a:avLst/>
          </a:prstGeom>
        </p:spPr>
      </p:pic>
      <p:sp>
        <p:nvSpPr>
          <p:cNvPr id="15" name="TextBox 9">
            <a:extLst>
              <a:ext uri="{FF2B5EF4-FFF2-40B4-BE49-F238E27FC236}">
                <a16:creationId xmlns:a16="http://schemas.microsoft.com/office/drawing/2014/main" id="{45340DE4-FDF0-8CA1-F53D-01B17105BE16}"/>
              </a:ext>
            </a:extLst>
          </p:cNvPr>
          <p:cNvSpPr txBox="1"/>
          <p:nvPr/>
        </p:nvSpPr>
        <p:spPr>
          <a:xfrm>
            <a:off x="3509874" y="1861058"/>
            <a:ext cx="1077065" cy="338554"/>
          </a:xfrm>
          <a:prstGeom prst="rect">
            <a:avLst/>
          </a:prstGeom>
          <a:noFill/>
        </p:spPr>
        <p:txBody>
          <a:bodyPr wrap="square" rtlCol="0">
            <a:spAutoFit/>
          </a:bodyPr>
          <a:lstStyle/>
          <a:p>
            <a:pPr algn="l"/>
            <a:r>
              <a:rPr lang="en-US" sz="1600" b="1" spc="0" baseline="0" dirty="0">
                <a:ln/>
                <a:solidFill>
                  <a:srgbClr val="FF0000"/>
                </a:solidFill>
                <a:latin typeface="Segoe UI"/>
                <a:cs typeface="Segoe UI"/>
                <a:sym typeface="Segoe UI"/>
                <a:rtl val="0"/>
              </a:rPr>
              <a:t>−</a:t>
            </a:r>
            <a:r>
              <a:rPr lang="en-US" sz="1600" b="1" dirty="0">
                <a:ln/>
                <a:solidFill>
                  <a:srgbClr val="FF0000"/>
                </a:solidFill>
                <a:latin typeface="Segoe UI"/>
                <a:cs typeface="Segoe UI"/>
                <a:sym typeface="Segoe UI"/>
                <a:rtl val="0"/>
              </a:rPr>
              <a:t>16.7</a:t>
            </a:r>
            <a:r>
              <a:rPr lang="en-US" sz="1600" b="1" spc="0" baseline="0" dirty="0">
                <a:ln/>
                <a:solidFill>
                  <a:srgbClr val="FF0000"/>
                </a:solidFill>
                <a:latin typeface="Segoe UI"/>
                <a:cs typeface="Segoe UI"/>
                <a:sym typeface="Segoe UI"/>
                <a:rtl val="0"/>
              </a:rPr>
              <a:t>%</a:t>
            </a:r>
          </a:p>
        </p:txBody>
      </p:sp>
      <p:cxnSp>
        <p:nvCxnSpPr>
          <p:cNvPr id="16" name="Straight Arrow Connector 12">
            <a:extLst>
              <a:ext uri="{FF2B5EF4-FFF2-40B4-BE49-F238E27FC236}">
                <a16:creationId xmlns:a16="http://schemas.microsoft.com/office/drawing/2014/main" id="{114E658D-A7BF-6A83-F27D-751C65EDAD61}"/>
              </a:ext>
            </a:extLst>
          </p:cNvPr>
          <p:cNvCxnSpPr>
            <a:cxnSpLocks/>
          </p:cNvCxnSpPr>
          <p:nvPr/>
        </p:nvCxnSpPr>
        <p:spPr>
          <a:xfrm>
            <a:off x="5262040" y="2746283"/>
            <a:ext cx="833960" cy="606410"/>
          </a:xfrm>
          <a:prstGeom prst="straightConnector1">
            <a:avLst/>
          </a:prstGeom>
          <a:ln>
            <a:solidFill>
              <a:srgbClr val="1D9E75"/>
            </a:solidFill>
            <a:tailEnd type="triangle"/>
          </a:ln>
        </p:spPr>
        <p:style>
          <a:lnRef idx="1">
            <a:schemeClr val="accent1"/>
          </a:lnRef>
          <a:fillRef idx="0">
            <a:schemeClr val="accent1"/>
          </a:fillRef>
          <a:effectRef idx="0">
            <a:schemeClr val="accent1"/>
          </a:effectRef>
          <a:fontRef idx="minor">
            <a:schemeClr val="tx1"/>
          </a:fontRef>
        </p:style>
      </p:cxnSp>
      <p:cxnSp>
        <p:nvCxnSpPr>
          <p:cNvPr id="18" name="Straight Arrow Connector 12">
            <a:extLst>
              <a:ext uri="{FF2B5EF4-FFF2-40B4-BE49-F238E27FC236}">
                <a16:creationId xmlns:a16="http://schemas.microsoft.com/office/drawing/2014/main" id="{43B77D13-A6E2-E9CA-4C3F-9ED9651E12E6}"/>
              </a:ext>
            </a:extLst>
          </p:cNvPr>
          <p:cNvCxnSpPr>
            <a:cxnSpLocks/>
          </p:cNvCxnSpPr>
          <p:nvPr/>
        </p:nvCxnSpPr>
        <p:spPr>
          <a:xfrm flipH="1" flipV="1">
            <a:off x="3302598" y="2030335"/>
            <a:ext cx="645458" cy="338554"/>
          </a:xfrm>
          <a:prstGeom prst="straightConnector1">
            <a:avLst/>
          </a:prstGeom>
          <a:ln>
            <a:solidFill>
              <a:srgbClr val="1D9E75"/>
            </a:solidFill>
            <a:tailEnd type="triangle"/>
          </a:ln>
        </p:spPr>
        <p:style>
          <a:lnRef idx="1">
            <a:schemeClr val="accent1"/>
          </a:lnRef>
          <a:fillRef idx="0">
            <a:schemeClr val="accent1"/>
          </a:fillRef>
          <a:effectRef idx="0">
            <a:schemeClr val="accent1"/>
          </a:effectRef>
          <a:fontRef idx="minor">
            <a:schemeClr val="tx1"/>
          </a:fontRef>
        </p:style>
      </p:cxnSp>
      <p:sp>
        <p:nvSpPr>
          <p:cNvPr id="22" name="TextBox 9">
            <a:extLst>
              <a:ext uri="{FF2B5EF4-FFF2-40B4-BE49-F238E27FC236}">
                <a16:creationId xmlns:a16="http://schemas.microsoft.com/office/drawing/2014/main" id="{D2CD130B-AFD3-667E-D3E8-35BC447CCE99}"/>
              </a:ext>
            </a:extLst>
          </p:cNvPr>
          <p:cNvSpPr txBox="1"/>
          <p:nvPr/>
        </p:nvSpPr>
        <p:spPr>
          <a:xfrm>
            <a:off x="5703383" y="2818249"/>
            <a:ext cx="977116" cy="338554"/>
          </a:xfrm>
          <a:prstGeom prst="rect">
            <a:avLst/>
          </a:prstGeom>
          <a:noFill/>
        </p:spPr>
        <p:txBody>
          <a:bodyPr wrap="square" rtlCol="0">
            <a:spAutoFit/>
          </a:bodyPr>
          <a:lstStyle/>
          <a:p>
            <a:pPr algn="l"/>
            <a:r>
              <a:rPr lang="en-US" sz="1600" b="1" spc="0" baseline="0" dirty="0">
                <a:ln/>
                <a:solidFill>
                  <a:srgbClr val="00B050"/>
                </a:solidFill>
                <a:latin typeface="Segoe UI"/>
                <a:cs typeface="Segoe UI"/>
                <a:sym typeface="Segoe UI"/>
                <a:rtl val="0"/>
              </a:rPr>
              <a:t>−32,5%</a:t>
            </a:r>
          </a:p>
        </p:txBody>
      </p:sp>
    </p:spTree>
    <p:extLst>
      <p:ext uri="{BB962C8B-B14F-4D97-AF65-F5344CB8AC3E}">
        <p14:creationId xmlns:p14="http://schemas.microsoft.com/office/powerpoint/2010/main" val="4257837835"/>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86759AEA-ADE0-8B5F-9FC5-40C26593B114}"/>
              </a:ext>
            </a:extLst>
          </p:cNvPr>
          <p:cNvSpPr>
            <a:spLocks noGrp="1"/>
          </p:cNvSpPr>
          <p:nvPr>
            <p:ph type="title"/>
          </p:nvPr>
        </p:nvSpPr>
        <p:spPr/>
        <p:txBody>
          <a:bodyPr/>
          <a:lstStyle/>
          <a:p>
            <a:r>
              <a:rPr lang="de-DE" dirty="0"/>
              <a:t>The Modeling Journey – </a:t>
            </a:r>
            <a:r>
              <a:rPr lang="de-DE" dirty="0" err="1"/>
              <a:t>Four</a:t>
            </a:r>
            <a:r>
              <a:rPr lang="de-DE" dirty="0"/>
              <a:t> Problems, </a:t>
            </a:r>
            <a:r>
              <a:rPr lang="de-DE" dirty="0" err="1"/>
              <a:t>Four</a:t>
            </a:r>
            <a:r>
              <a:rPr lang="de-DE" dirty="0"/>
              <a:t> Solutions, </a:t>
            </a:r>
            <a:r>
              <a:rPr lang="de-DE" dirty="0" err="1"/>
              <a:t>Three</a:t>
            </a:r>
            <a:r>
              <a:rPr lang="de-DE" dirty="0"/>
              <a:t> </a:t>
            </a:r>
            <a:r>
              <a:rPr lang="de-DE" dirty="0" err="1"/>
              <a:t>Improvements</a:t>
            </a:r>
            <a:endParaRPr lang="en-US" dirty="0"/>
          </a:p>
        </p:txBody>
      </p:sp>
      <p:sp>
        <p:nvSpPr>
          <p:cNvPr id="4" name="Datumsplatzhalter 3">
            <a:extLst>
              <a:ext uri="{FF2B5EF4-FFF2-40B4-BE49-F238E27FC236}">
                <a16:creationId xmlns:a16="http://schemas.microsoft.com/office/drawing/2014/main" id="{0C6FD19B-C7D3-84C1-8505-5608E91C6B7D}"/>
              </a:ext>
            </a:extLst>
          </p:cNvPr>
          <p:cNvSpPr>
            <a:spLocks noGrp="1"/>
          </p:cNvSpPr>
          <p:nvPr>
            <p:ph type="dt" sz="half" idx="10"/>
          </p:nvPr>
        </p:nvSpPr>
        <p:spPr/>
        <p:txBody>
          <a:bodyPr/>
          <a:lstStyle/>
          <a:p>
            <a:fld id="{1332D50A-E6CC-4D88-8908-F2129032F4C7}" type="datetime1">
              <a:rPr lang="de-CH" noProof="0" smtClean="0"/>
              <a:t>28.04.2026</a:t>
            </a:fld>
            <a:endParaRPr lang="de-CH" noProof="0"/>
          </a:p>
        </p:txBody>
      </p:sp>
      <p:sp>
        <p:nvSpPr>
          <p:cNvPr id="5" name="Fußzeilenplatzhalter 4">
            <a:extLst>
              <a:ext uri="{FF2B5EF4-FFF2-40B4-BE49-F238E27FC236}">
                <a16:creationId xmlns:a16="http://schemas.microsoft.com/office/drawing/2014/main" id="{B0EB1B7D-4C4D-339B-E3C1-135A51F87D88}"/>
              </a:ext>
            </a:extLst>
          </p:cNvPr>
          <p:cNvSpPr>
            <a:spLocks noGrp="1"/>
          </p:cNvSpPr>
          <p:nvPr>
            <p:ph type="ftr" sz="quarter" idx="11"/>
          </p:nvPr>
        </p:nvSpPr>
        <p:spPr>
          <a:xfrm>
            <a:off x="2106674" y="6522444"/>
            <a:ext cx="5400000" cy="216000"/>
          </a:xfrm>
        </p:spPr>
        <p:txBody>
          <a:bodyPr/>
          <a:lstStyle/>
          <a:p>
            <a:r>
              <a:rPr lang="de-DE" noProof="0"/>
              <a:t>Organisationseinheit verbal</a:t>
            </a:r>
            <a:endParaRPr lang="de-CH" noProof="0"/>
          </a:p>
        </p:txBody>
      </p:sp>
      <p:sp>
        <p:nvSpPr>
          <p:cNvPr id="6" name="Foliennummernplatzhalter 5">
            <a:extLst>
              <a:ext uri="{FF2B5EF4-FFF2-40B4-BE49-F238E27FC236}">
                <a16:creationId xmlns:a16="http://schemas.microsoft.com/office/drawing/2014/main" id="{D55B950A-9322-E0B8-2BC3-CF7E094AB132}"/>
              </a:ext>
            </a:extLst>
          </p:cNvPr>
          <p:cNvSpPr>
            <a:spLocks noGrp="1"/>
          </p:cNvSpPr>
          <p:nvPr>
            <p:ph type="sldNum" sz="quarter" idx="12"/>
          </p:nvPr>
        </p:nvSpPr>
        <p:spPr/>
        <p:txBody>
          <a:bodyPr/>
          <a:lstStyle/>
          <a:p>
            <a:fld id="{5ACA52AF-F19D-405C-AD5F-7D94B96A5CC3}" type="slidenum">
              <a:rPr lang="de-CH" noProof="0" smtClean="0"/>
              <a:t>4</a:t>
            </a:fld>
            <a:endParaRPr lang="de-CH" noProof="0"/>
          </a:p>
        </p:txBody>
      </p:sp>
      <p:sp>
        <p:nvSpPr>
          <p:cNvPr id="7" name="Textplatzhalter 9">
            <a:extLst>
              <a:ext uri="{FF2B5EF4-FFF2-40B4-BE49-F238E27FC236}">
                <a16:creationId xmlns:a16="http://schemas.microsoft.com/office/drawing/2014/main" id="{3A37B601-8638-6240-48F4-199AAAA28A26}"/>
              </a:ext>
            </a:extLst>
          </p:cNvPr>
          <p:cNvSpPr txBox="1">
            <a:spLocks/>
          </p:cNvSpPr>
          <p:nvPr/>
        </p:nvSpPr>
        <p:spPr bwMode="auto">
          <a:xfrm>
            <a:off x="1080000" y="1260000"/>
            <a:ext cx="3131999" cy="684212"/>
          </a:xfrm>
          <a:custGeom>
            <a:avLst/>
            <a:gdLst>
              <a:gd name="connsiteX0" fmla="*/ 0 w 3131999"/>
              <a:gd name="connsiteY0" fmla="*/ 0 h 684212"/>
              <a:gd name="connsiteX1" fmla="*/ 2907406 w 3131999"/>
              <a:gd name="connsiteY1" fmla="*/ 0 h 684212"/>
              <a:gd name="connsiteX2" fmla="*/ 3131999 w 3131999"/>
              <a:gd name="connsiteY2" fmla="*/ 342106 h 684212"/>
              <a:gd name="connsiteX3" fmla="*/ 2907406 w 3131999"/>
              <a:gd name="connsiteY3" fmla="*/ 684212 h 684212"/>
              <a:gd name="connsiteX4" fmla="*/ 0 w 3131999"/>
              <a:gd name="connsiteY4" fmla="*/ 684212 h 684212"/>
              <a:gd name="connsiteX5" fmla="*/ 0 w 3131999"/>
              <a:gd name="connsiteY5" fmla="*/ 0 h 684212"/>
              <a:gd name="connsiteX0" fmla="*/ 0 w 3131999"/>
              <a:gd name="connsiteY0" fmla="*/ 684212 h 684212"/>
              <a:gd name="connsiteX1" fmla="*/ 2907406 w 3131999"/>
              <a:gd name="connsiteY1" fmla="*/ 0 h 684212"/>
              <a:gd name="connsiteX2" fmla="*/ 3131999 w 3131999"/>
              <a:gd name="connsiteY2" fmla="*/ 342106 h 684212"/>
              <a:gd name="connsiteX3" fmla="*/ 2907406 w 3131999"/>
              <a:gd name="connsiteY3" fmla="*/ 684212 h 684212"/>
              <a:gd name="connsiteX4" fmla="*/ 0 w 3131999"/>
              <a:gd name="connsiteY4" fmla="*/ 684212 h 684212"/>
              <a:gd name="connsiteX0" fmla="*/ 2907406 w 3131999"/>
              <a:gd name="connsiteY0" fmla="*/ 0 h 684212"/>
              <a:gd name="connsiteX1" fmla="*/ 3131999 w 3131999"/>
              <a:gd name="connsiteY1" fmla="*/ 342106 h 684212"/>
              <a:gd name="connsiteX2" fmla="*/ 2907406 w 3131999"/>
              <a:gd name="connsiteY2" fmla="*/ 684212 h 684212"/>
              <a:gd name="connsiteX3" fmla="*/ 0 w 3131999"/>
              <a:gd name="connsiteY3" fmla="*/ 684212 h 684212"/>
              <a:gd name="connsiteX4" fmla="*/ 2998846 w 3131999"/>
              <a:gd name="connsiteY4" fmla="*/ 91440 h 684212"/>
              <a:gd name="connsiteX0" fmla="*/ 2907406 w 3131999"/>
              <a:gd name="connsiteY0" fmla="*/ 0 h 684212"/>
              <a:gd name="connsiteX1" fmla="*/ 3131999 w 3131999"/>
              <a:gd name="connsiteY1" fmla="*/ 342106 h 684212"/>
              <a:gd name="connsiteX2" fmla="*/ 2907406 w 3131999"/>
              <a:gd name="connsiteY2" fmla="*/ 684212 h 684212"/>
              <a:gd name="connsiteX3" fmla="*/ 0 w 3131999"/>
              <a:gd name="connsiteY3" fmla="*/ 684212 h 684212"/>
            </a:gdLst>
            <a:ahLst/>
            <a:cxnLst>
              <a:cxn ang="0">
                <a:pos x="connsiteX0" y="connsiteY0"/>
              </a:cxn>
              <a:cxn ang="0">
                <a:pos x="connsiteX1" y="connsiteY1"/>
              </a:cxn>
              <a:cxn ang="0">
                <a:pos x="connsiteX2" y="connsiteY2"/>
              </a:cxn>
              <a:cxn ang="0">
                <a:pos x="connsiteX3" y="connsiteY3"/>
              </a:cxn>
            </a:cxnLst>
            <a:rect l="l" t="t" r="r" b="b"/>
            <a:pathLst>
              <a:path w="3131999" h="684212">
                <a:moveTo>
                  <a:pt x="2907406" y="0"/>
                </a:moveTo>
                <a:lnTo>
                  <a:pt x="3131999" y="342106"/>
                </a:lnTo>
                <a:lnTo>
                  <a:pt x="2907406" y="684212"/>
                </a:lnTo>
                <a:lnTo>
                  <a:pt x="0" y="684212"/>
                </a:lnTo>
              </a:path>
            </a:pathLst>
          </a:custGeom>
          <a:noFill/>
          <a:ln w="19050" cap="rnd">
            <a:solidFill>
              <a:srgbClr val="215CAF"/>
            </a:solidFill>
          </a:ln>
          <a:extLst>
            <a:ext uri="{909E8E84-426E-40DD-AFC4-6F175D3DCCD1}">
              <a14:hiddenFill xmlns:a14="http://schemas.microsoft.com/office/drawing/2010/main">
                <a:solidFill>
                  <a:srgbClr val="FFFFFF"/>
                </a:solidFill>
              </a14:hiddenFill>
            </a:ext>
          </a:extLst>
        </p:spPr>
        <p:txBody>
          <a:bodyPr lIns="0" anchor="ctr"/>
          <a:lstStyle>
            <a:lvl1pPr marL="720000" indent="0" algn="l" defTabSz="914400" rtl="0" eaLnBrk="1" latinLnBrk="0" hangingPunct="1">
              <a:lnSpc>
                <a:spcPct val="100000"/>
              </a:lnSpc>
              <a:spcBef>
                <a:spcPts val="1000"/>
              </a:spcBef>
              <a:buFont typeface="Arial" panose="020B0604020202020204" pitchFamily="34" charset="0"/>
              <a:buNone/>
              <a:defRPr sz="1800" kern="1200">
                <a:solidFill>
                  <a:schemeClr val="accent1"/>
                </a:solidFill>
                <a:latin typeface="+mn-lt"/>
                <a:ea typeface="+mn-ea"/>
                <a:cs typeface="+mn-cs"/>
              </a:defRPr>
            </a:lvl1pPr>
            <a:lvl2pPr marL="538163" indent="-271463" algn="l" defTabSz="914400" rtl="0" eaLnBrk="1" latinLnBrk="0" hangingPunct="1">
              <a:lnSpc>
                <a:spcPct val="100000"/>
              </a:lnSpc>
              <a:spcBef>
                <a:spcPts val="500"/>
              </a:spcBef>
              <a:buFont typeface="Symbol" panose="05050102010706020507" pitchFamily="18" charset="2"/>
              <a:buChar char="-"/>
              <a:defRPr sz="1800" kern="1200">
                <a:solidFill>
                  <a:schemeClr val="tx1"/>
                </a:solidFill>
                <a:latin typeface="+mn-lt"/>
                <a:ea typeface="+mn-ea"/>
                <a:cs typeface="+mn-cs"/>
              </a:defRPr>
            </a:lvl2pPr>
            <a:lvl3pPr marL="810000" indent="-270000" algn="l" defTabSz="914400" rtl="0" eaLnBrk="1" latinLnBrk="0" hangingPunct="1">
              <a:lnSpc>
                <a:spcPct val="100000"/>
              </a:lnSpc>
              <a:spcBef>
                <a:spcPts val="500"/>
              </a:spcBef>
              <a:buFont typeface="Symbol" panose="05050102010706020507" pitchFamily="18" charset="2"/>
              <a:buChar char="-"/>
              <a:defRPr sz="1800" kern="1200">
                <a:solidFill>
                  <a:schemeClr val="tx1"/>
                </a:solidFill>
                <a:latin typeface="+mn-lt"/>
                <a:ea typeface="+mn-ea"/>
                <a:cs typeface="+mn-cs"/>
              </a:defRPr>
            </a:lvl3pPr>
            <a:lvl4pPr marL="1080000" indent="-271463" algn="l" defTabSz="914400" rtl="0" eaLnBrk="1" latinLnBrk="0" hangingPunct="1">
              <a:lnSpc>
                <a:spcPct val="100000"/>
              </a:lnSpc>
              <a:spcBef>
                <a:spcPts val="500"/>
              </a:spcBef>
              <a:buFont typeface="Symbol" panose="05050102010706020507" pitchFamily="18" charset="2"/>
              <a:buChar char="-"/>
              <a:defRPr sz="1800" kern="1200">
                <a:solidFill>
                  <a:schemeClr val="tx1"/>
                </a:solidFill>
                <a:latin typeface="+mn-lt"/>
                <a:ea typeface="+mn-ea"/>
                <a:cs typeface="+mn-cs"/>
              </a:defRPr>
            </a:lvl4pPr>
            <a:lvl5pPr marL="1350000" indent="-270000" algn="l" defTabSz="914400" rtl="0" eaLnBrk="1" latinLnBrk="0" hangingPunct="1">
              <a:lnSpc>
                <a:spcPct val="100000"/>
              </a:lnSpc>
              <a:spcBef>
                <a:spcPts val="500"/>
              </a:spcBef>
              <a:buFont typeface="Symbol" panose="05050102010706020507" pitchFamily="18" charset="2"/>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de-DE" dirty="0"/>
              <a:t>Problem </a:t>
            </a:r>
            <a:r>
              <a:rPr lang="de-DE" dirty="0" err="1"/>
              <a:t>Identified</a:t>
            </a:r>
            <a:endParaRPr lang="de-DE" dirty="0"/>
          </a:p>
        </p:txBody>
      </p:sp>
      <p:sp>
        <p:nvSpPr>
          <p:cNvPr id="11" name="Textplatzhalter 9">
            <a:extLst>
              <a:ext uri="{FF2B5EF4-FFF2-40B4-BE49-F238E27FC236}">
                <a16:creationId xmlns:a16="http://schemas.microsoft.com/office/drawing/2014/main" id="{BE4D74C0-67D6-E35E-7893-9267BB4010AA}"/>
              </a:ext>
            </a:extLst>
          </p:cNvPr>
          <p:cNvSpPr txBox="1">
            <a:spLocks/>
          </p:cNvSpPr>
          <p:nvPr/>
        </p:nvSpPr>
        <p:spPr bwMode="auto">
          <a:xfrm>
            <a:off x="7669351" y="1260000"/>
            <a:ext cx="3131999" cy="684212"/>
          </a:xfrm>
          <a:custGeom>
            <a:avLst/>
            <a:gdLst>
              <a:gd name="connsiteX0" fmla="*/ 0 w 3131999"/>
              <a:gd name="connsiteY0" fmla="*/ 0 h 684212"/>
              <a:gd name="connsiteX1" fmla="*/ 2907406 w 3131999"/>
              <a:gd name="connsiteY1" fmla="*/ 0 h 684212"/>
              <a:gd name="connsiteX2" fmla="*/ 3131999 w 3131999"/>
              <a:gd name="connsiteY2" fmla="*/ 342106 h 684212"/>
              <a:gd name="connsiteX3" fmla="*/ 2907406 w 3131999"/>
              <a:gd name="connsiteY3" fmla="*/ 684212 h 684212"/>
              <a:gd name="connsiteX4" fmla="*/ 0 w 3131999"/>
              <a:gd name="connsiteY4" fmla="*/ 684212 h 684212"/>
              <a:gd name="connsiteX5" fmla="*/ 0 w 3131999"/>
              <a:gd name="connsiteY5" fmla="*/ 0 h 684212"/>
              <a:gd name="connsiteX0" fmla="*/ 0 w 3131999"/>
              <a:gd name="connsiteY0" fmla="*/ 684212 h 684212"/>
              <a:gd name="connsiteX1" fmla="*/ 2907406 w 3131999"/>
              <a:gd name="connsiteY1" fmla="*/ 0 h 684212"/>
              <a:gd name="connsiteX2" fmla="*/ 3131999 w 3131999"/>
              <a:gd name="connsiteY2" fmla="*/ 342106 h 684212"/>
              <a:gd name="connsiteX3" fmla="*/ 2907406 w 3131999"/>
              <a:gd name="connsiteY3" fmla="*/ 684212 h 684212"/>
              <a:gd name="connsiteX4" fmla="*/ 0 w 3131999"/>
              <a:gd name="connsiteY4" fmla="*/ 684212 h 684212"/>
              <a:gd name="connsiteX0" fmla="*/ 2907406 w 3131999"/>
              <a:gd name="connsiteY0" fmla="*/ 0 h 684212"/>
              <a:gd name="connsiteX1" fmla="*/ 3131999 w 3131999"/>
              <a:gd name="connsiteY1" fmla="*/ 342106 h 684212"/>
              <a:gd name="connsiteX2" fmla="*/ 2907406 w 3131999"/>
              <a:gd name="connsiteY2" fmla="*/ 684212 h 684212"/>
              <a:gd name="connsiteX3" fmla="*/ 0 w 3131999"/>
              <a:gd name="connsiteY3" fmla="*/ 684212 h 684212"/>
              <a:gd name="connsiteX4" fmla="*/ 2998846 w 3131999"/>
              <a:gd name="connsiteY4" fmla="*/ 91440 h 684212"/>
              <a:gd name="connsiteX0" fmla="*/ 2907406 w 3131999"/>
              <a:gd name="connsiteY0" fmla="*/ 0 h 684212"/>
              <a:gd name="connsiteX1" fmla="*/ 3131999 w 3131999"/>
              <a:gd name="connsiteY1" fmla="*/ 342106 h 684212"/>
              <a:gd name="connsiteX2" fmla="*/ 2907406 w 3131999"/>
              <a:gd name="connsiteY2" fmla="*/ 684212 h 684212"/>
              <a:gd name="connsiteX3" fmla="*/ 0 w 3131999"/>
              <a:gd name="connsiteY3" fmla="*/ 684212 h 684212"/>
            </a:gdLst>
            <a:ahLst/>
            <a:cxnLst>
              <a:cxn ang="0">
                <a:pos x="connsiteX0" y="connsiteY0"/>
              </a:cxn>
              <a:cxn ang="0">
                <a:pos x="connsiteX1" y="connsiteY1"/>
              </a:cxn>
              <a:cxn ang="0">
                <a:pos x="connsiteX2" y="connsiteY2"/>
              </a:cxn>
              <a:cxn ang="0">
                <a:pos x="connsiteX3" y="connsiteY3"/>
              </a:cxn>
            </a:cxnLst>
            <a:rect l="l" t="t" r="r" b="b"/>
            <a:pathLst>
              <a:path w="3131999" h="684212">
                <a:moveTo>
                  <a:pt x="2907406" y="0"/>
                </a:moveTo>
                <a:lnTo>
                  <a:pt x="3131999" y="342106"/>
                </a:lnTo>
                <a:lnTo>
                  <a:pt x="2907406" y="684212"/>
                </a:lnTo>
                <a:lnTo>
                  <a:pt x="0" y="684212"/>
                </a:lnTo>
              </a:path>
            </a:pathLst>
          </a:custGeom>
          <a:noFill/>
          <a:ln w="19050" cap="rnd">
            <a:solidFill>
              <a:srgbClr val="215CAF"/>
            </a:solidFill>
          </a:ln>
          <a:extLst>
            <a:ext uri="{909E8E84-426E-40DD-AFC4-6F175D3DCCD1}">
              <a14:hiddenFill xmlns:a14="http://schemas.microsoft.com/office/drawing/2010/main">
                <a:solidFill>
                  <a:srgbClr val="FFFFFF"/>
                </a:solidFill>
              </a14:hiddenFill>
            </a:ext>
          </a:extLst>
        </p:spPr>
        <p:txBody>
          <a:bodyPr lIns="0" anchor="ctr"/>
          <a:lstStyle>
            <a:lvl1pPr marL="720000" indent="0" algn="l" defTabSz="914400" rtl="0" eaLnBrk="1" latinLnBrk="0" hangingPunct="1">
              <a:lnSpc>
                <a:spcPct val="100000"/>
              </a:lnSpc>
              <a:spcBef>
                <a:spcPts val="1000"/>
              </a:spcBef>
              <a:buFont typeface="Arial" panose="020B0604020202020204" pitchFamily="34" charset="0"/>
              <a:buNone/>
              <a:defRPr sz="1800" kern="1200">
                <a:solidFill>
                  <a:schemeClr val="accent1"/>
                </a:solidFill>
                <a:latin typeface="+mn-lt"/>
                <a:ea typeface="+mn-ea"/>
                <a:cs typeface="+mn-cs"/>
              </a:defRPr>
            </a:lvl1pPr>
            <a:lvl2pPr marL="538163" indent="-271463" algn="l" defTabSz="914400" rtl="0" eaLnBrk="1" latinLnBrk="0" hangingPunct="1">
              <a:lnSpc>
                <a:spcPct val="100000"/>
              </a:lnSpc>
              <a:spcBef>
                <a:spcPts val="500"/>
              </a:spcBef>
              <a:buFont typeface="Symbol" panose="05050102010706020507" pitchFamily="18" charset="2"/>
              <a:buChar char="-"/>
              <a:defRPr sz="1800" kern="1200">
                <a:solidFill>
                  <a:schemeClr val="tx1"/>
                </a:solidFill>
                <a:latin typeface="+mn-lt"/>
                <a:ea typeface="+mn-ea"/>
                <a:cs typeface="+mn-cs"/>
              </a:defRPr>
            </a:lvl2pPr>
            <a:lvl3pPr marL="810000" indent="-270000" algn="l" defTabSz="914400" rtl="0" eaLnBrk="1" latinLnBrk="0" hangingPunct="1">
              <a:lnSpc>
                <a:spcPct val="100000"/>
              </a:lnSpc>
              <a:spcBef>
                <a:spcPts val="500"/>
              </a:spcBef>
              <a:buFont typeface="Symbol" panose="05050102010706020507" pitchFamily="18" charset="2"/>
              <a:buChar char="-"/>
              <a:defRPr sz="1800" kern="1200">
                <a:solidFill>
                  <a:schemeClr val="tx1"/>
                </a:solidFill>
                <a:latin typeface="+mn-lt"/>
                <a:ea typeface="+mn-ea"/>
                <a:cs typeface="+mn-cs"/>
              </a:defRPr>
            </a:lvl3pPr>
            <a:lvl4pPr marL="1080000" indent="-271463" algn="l" defTabSz="914400" rtl="0" eaLnBrk="1" latinLnBrk="0" hangingPunct="1">
              <a:lnSpc>
                <a:spcPct val="100000"/>
              </a:lnSpc>
              <a:spcBef>
                <a:spcPts val="500"/>
              </a:spcBef>
              <a:buFont typeface="Symbol" panose="05050102010706020507" pitchFamily="18" charset="2"/>
              <a:buChar char="-"/>
              <a:defRPr sz="1800" kern="1200">
                <a:solidFill>
                  <a:schemeClr val="tx1"/>
                </a:solidFill>
                <a:latin typeface="+mn-lt"/>
                <a:ea typeface="+mn-ea"/>
                <a:cs typeface="+mn-cs"/>
              </a:defRPr>
            </a:lvl4pPr>
            <a:lvl5pPr marL="1350000" indent="-270000" algn="l" defTabSz="914400" rtl="0" eaLnBrk="1" latinLnBrk="0" hangingPunct="1">
              <a:lnSpc>
                <a:spcPct val="100000"/>
              </a:lnSpc>
              <a:spcBef>
                <a:spcPts val="500"/>
              </a:spcBef>
              <a:buFont typeface="Symbol" panose="05050102010706020507" pitchFamily="18" charset="2"/>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de-DE" dirty="0"/>
              <a:t>MAE Impact</a:t>
            </a:r>
          </a:p>
        </p:txBody>
      </p:sp>
      <p:sp>
        <p:nvSpPr>
          <p:cNvPr id="12" name="Textplatzhalter 9">
            <a:extLst>
              <a:ext uri="{FF2B5EF4-FFF2-40B4-BE49-F238E27FC236}">
                <a16:creationId xmlns:a16="http://schemas.microsoft.com/office/drawing/2014/main" id="{96C98B6E-9473-89A0-25BA-9042C3415D10}"/>
              </a:ext>
            </a:extLst>
          </p:cNvPr>
          <p:cNvSpPr txBox="1">
            <a:spLocks/>
          </p:cNvSpPr>
          <p:nvPr/>
        </p:nvSpPr>
        <p:spPr bwMode="auto">
          <a:xfrm>
            <a:off x="4374676" y="1260000"/>
            <a:ext cx="3131999" cy="684212"/>
          </a:xfrm>
          <a:custGeom>
            <a:avLst/>
            <a:gdLst>
              <a:gd name="connsiteX0" fmla="*/ 0 w 3131999"/>
              <a:gd name="connsiteY0" fmla="*/ 0 h 684212"/>
              <a:gd name="connsiteX1" fmla="*/ 2907406 w 3131999"/>
              <a:gd name="connsiteY1" fmla="*/ 0 h 684212"/>
              <a:gd name="connsiteX2" fmla="*/ 3131999 w 3131999"/>
              <a:gd name="connsiteY2" fmla="*/ 342106 h 684212"/>
              <a:gd name="connsiteX3" fmla="*/ 2907406 w 3131999"/>
              <a:gd name="connsiteY3" fmla="*/ 684212 h 684212"/>
              <a:gd name="connsiteX4" fmla="*/ 0 w 3131999"/>
              <a:gd name="connsiteY4" fmla="*/ 684212 h 684212"/>
              <a:gd name="connsiteX5" fmla="*/ 0 w 3131999"/>
              <a:gd name="connsiteY5" fmla="*/ 0 h 684212"/>
              <a:gd name="connsiteX0" fmla="*/ 0 w 3131999"/>
              <a:gd name="connsiteY0" fmla="*/ 684212 h 684212"/>
              <a:gd name="connsiteX1" fmla="*/ 2907406 w 3131999"/>
              <a:gd name="connsiteY1" fmla="*/ 0 h 684212"/>
              <a:gd name="connsiteX2" fmla="*/ 3131999 w 3131999"/>
              <a:gd name="connsiteY2" fmla="*/ 342106 h 684212"/>
              <a:gd name="connsiteX3" fmla="*/ 2907406 w 3131999"/>
              <a:gd name="connsiteY3" fmla="*/ 684212 h 684212"/>
              <a:gd name="connsiteX4" fmla="*/ 0 w 3131999"/>
              <a:gd name="connsiteY4" fmla="*/ 684212 h 684212"/>
              <a:gd name="connsiteX0" fmla="*/ 2907406 w 3131999"/>
              <a:gd name="connsiteY0" fmla="*/ 0 h 684212"/>
              <a:gd name="connsiteX1" fmla="*/ 3131999 w 3131999"/>
              <a:gd name="connsiteY1" fmla="*/ 342106 h 684212"/>
              <a:gd name="connsiteX2" fmla="*/ 2907406 w 3131999"/>
              <a:gd name="connsiteY2" fmla="*/ 684212 h 684212"/>
              <a:gd name="connsiteX3" fmla="*/ 0 w 3131999"/>
              <a:gd name="connsiteY3" fmla="*/ 684212 h 684212"/>
              <a:gd name="connsiteX4" fmla="*/ 2998846 w 3131999"/>
              <a:gd name="connsiteY4" fmla="*/ 91440 h 684212"/>
              <a:gd name="connsiteX0" fmla="*/ 2907406 w 3131999"/>
              <a:gd name="connsiteY0" fmla="*/ 0 h 684212"/>
              <a:gd name="connsiteX1" fmla="*/ 3131999 w 3131999"/>
              <a:gd name="connsiteY1" fmla="*/ 342106 h 684212"/>
              <a:gd name="connsiteX2" fmla="*/ 2907406 w 3131999"/>
              <a:gd name="connsiteY2" fmla="*/ 684212 h 684212"/>
              <a:gd name="connsiteX3" fmla="*/ 0 w 3131999"/>
              <a:gd name="connsiteY3" fmla="*/ 684212 h 684212"/>
            </a:gdLst>
            <a:ahLst/>
            <a:cxnLst>
              <a:cxn ang="0">
                <a:pos x="connsiteX0" y="connsiteY0"/>
              </a:cxn>
              <a:cxn ang="0">
                <a:pos x="connsiteX1" y="connsiteY1"/>
              </a:cxn>
              <a:cxn ang="0">
                <a:pos x="connsiteX2" y="connsiteY2"/>
              </a:cxn>
              <a:cxn ang="0">
                <a:pos x="connsiteX3" y="connsiteY3"/>
              </a:cxn>
            </a:cxnLst>
            <a:rect l="l" t="t" r="r" b="b"/>
            <a:pathLst>
              <a:path w="3131999" h="684212">
                <a:moveTo>
                  <a:pt x="2907406" y="0"/>
                </a:moveTo>
                <a:lnTo>
                  <a:pt x="3131999" y="342106"/>
                </a:lnTo>
                <a:lnTo>
                  <a:pt x="2907406" y="684212"/>
                </a:lnTo>
                <a:lnTo>
                  <a:pt x="0" y="684212"/>
                </a:lnTo>
              </a:path>
            </a:pathLst>
          </a:custGeom>
          <a:noFill/>
          <a:ln w="19050" cap="rnd">
            <a:solidFill>
              <a:srgbClr val="215CAF"/>
            </a:solidFill>
          </a:ln>
          <a:extLst>
            <a:ext uri="{909E8E84-426E-40DD-AFC4-6F175D3DCCD1}">
              <a14:hiddenFill xmlns:a14="http://schemas.microsoft.com/office/drawing/2010/main">
                <a:solidFill>
                  <a:srgbClr val="FFFFFF"/>
                </a:solidFill>
              </a14:hiddenFill>
            </a:ext>
          </a:extLst>
        </p:spPr>
        <p:txBody>
          <a:bodyPr lIns="0" anchor="ctr"/>
          <a:lstStyle>
            <a:lvl1pPr marL="720000" indent="0" algn="l" defTabSz="914400" rtl="0" eaLnBrk="1" latinLnBrk="0" hangingPunct="1">
              <a:lnSpc>
                <a:spcPct val="100000"/>
              </a:lnSpc>
              <a:spcBef>
                <a:spcPts val="1000"/>
              </a:spcBef>
              <a:buFont typeface="Arial" panose="020B0604020202020204" pitchFamily="34" charset="0"/>
              <a:buNone/>
              <a:defRPr sz="1800" kern="1200">
                <a:solidFill>
                  <a:schemeClr val="accent1"/>
                </a:solidFill>
                <a:latin typeface="+mn-lt"/>
                <a:ea typeface="+mn-ea"/>
                <a:cs typeface="+mn-cs"/>
              </a:defRPr>
            </a:lvl1pPr>
            <a:lvl2pPr marL="538163" indent="-271463" algn="l" defTabSz="914400" rtl="0" eaLnBrk="1" latinLnBrk="0" hangingPunct="1">
              <a:lnSpc>
                <a:spcPct val="100000"/>
              </a:lnSpc>
              <a:spcBef>
                <a:spcPts val="500"/>
              </a:spcBef>
              <a:buFont typeface="Symbol" panose="05050102010706020507" pitchFamily="18" charset="2"/>
              <a:buChar char="-"/>
              <a:defRPr sz="1800" kern="1200">
                <a:solidFill>
                  <a:schemeClr val="tx1"/>
                </a:solidFill>
                <a:latin typeface="+mn-lt"/>
                <a:ea typeface="+mn-ea"/>
                <a:cs typeface="+mn-cs"/>
              </a:defRPr>
            </a:lvl2pPr>
            <a:lvl3pPr marL="810000" indent="-270000" algn="l" defTabSz="914400" rtl="0" eaLnBrk="1" latinLnBrk="0" hangingPunct="1">
              <a:lnSpc>
                <a:spcPct val="100000"/>
              </a:lnSpc>
              <a:spcBef>
                <a:spcPts val="500"/>
              </a:spcBef>
              <a:buFont typeface="Symbol" panose="05050102010706020507" pitchFamily="18" charset="2"/>
              <a:buChar char="-"/>
              <a:defRPr sz="1800" kern="1200">
                <a:solidFill>
                  <a:schemeClr val="tx1"/>
                </a:solidFill>
                <a:latin typeface="+mn-lt"/>
                <a:ea typeface="+mn-ea"/>
                <a:cs typeface="+mn-cs"/>
              </a:defRPr>
            </a:lvl3pPr>
            <a:lvl4pPr marL="1080000" indent="-271463" algn="l" defTabSz="914400" rtl="0" eaLnBrk="1" latinLnBrk="0" hangingPunct="1">
              <a:lnSpc>
                <a:spcPct val="100000"/>
              </a:lnSpc>
              <a:spcBef>
                <a:spcPts val="500"/>
              </a:spcBef>
              <a:buFont typeface="Symbol" panose="05050102010706020507" pitchFamily="18" charset="2"/>
              <a:buChar char="-"/>
              <a:defRPr sz="1800" kern="1200">
                <a:solidFill>
                  <a:schemeClr val="tx1"/>
                </a:solidFill>
                <a:latin typeface="+mn-lt"/>
                <a:ea typeface="+mn-ea"/>
                <a:cs typeface="+mn-cs"/>
              </a:defRPr>
            </a:lvl4pPr>
            <a:lvl5pPr marL="1350000" indent="-270000" algn="l" defTabSz="914400" rtl="0" eaLnBrk="1" latinLnBrk="0" hangingPunct="1">
              <a:lnSpc>
                <a:spcPct val="100000"/>
              </a:lnSpc>
              <a:spcBef>
                <a:spcPts val="500"/>
              </a:spcBef>
              <a:buFont typeface="Symbol" panose="05050102010706020507" pitchFamily="18" charset="2"/>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de-DE" dirty="0"/>
              <a:t>Solution Applied</a:t>
            </a:r>
          </a:p>
        </p:txBody>
      </p:sp>
      <p:grpSp>
        <p:nvGrpSpPr>
          <p:cNvPr id="25" name="Gruppieren 24">
            <a:extLst>
              <a:ext uri="{FF2B5EF4-FFF2-40B4-BE49-F238E27FC236}">
                <a16:creationId xmlns:a16="http://schemas.microsoft.com/office/drawing/2014/main" id="{0FE0CD6B-EE5C-9611-085D-AEF7DF7CDF8E}"/>
              </a:ext>
            </a:extLst>
          </p:cNvPr>
          <p:cNvGrpSpPr/>
          <p:nvPr/>
        </p:nvGrpSpPr>
        <p:grpSpPr>
          <a:xfrm>
            <a:off x="1080000" y="2299320"/>
            <a:ext cx="9721350" cy="540000"/>
            <a:chOff x="1080000" y="2299320"/>
            <a:chExt cx="9721350" cy="540000"/>
          </a:xfrm>
        </p:grpSpPr>
        <p:sp>
          <p:nvSpPr>
            <p:cNvPr id="13" name="Textplatzhalter 31">
              <a:extLst>
                <a:ext uri="{FF2B5EF4-FFF2-40B4-BE49-F238E27FC236}">
                  <a16:creationId xmlns:a16="http://schemas.microsoft.com/office/drawing/2014/main" id="{5744B351-07F3-B1CE-25FB-72D9403AF08E}"/>
                </a:ext>
              </a:extLst>
            </p:cNvPr>
            <p:cNvSpPr txBox="1">
              <a:spLocks/>
            </p:cNvSpPr>
            <p:nvPr/>
          </p:nvSpPr>
          <p:spPr>
            <a:xfrm>
              <a:off x="1080000" y="2299320"/>
              <a:ext cx="3131999" cy="540000"/>
            </a:xfrm>
            <a:prstGeom prst="rect">
              <a:avLst/>
            </a:prstGeom>
          </p:spPr>
          <p:txBody>
            <a:bodyPr anchor="ctr"/>
            <a:lstStyle>
              <a:lvl1pPr marL="0" indent="0" algn="l" defTabSz="914400" rtl="0" eaLnBrk="1" latinLnBrk="0" hangingPunct="1">
                <a:lnSpc>
                  <a:spcPct val="100000"/>
                </a:lnSpc>
                <a:spcBef>
                  <a:spcPts val="1000"/>
                </a:spcBef>
                <a:buFont typeface="Arial" panose="020B0604020202020204" pitchFamily="34" charset="0"/>
                <a:buNone/>
                <a:defRPr sz="1800" kern="1200">
                  <a:solidFill>
                    <a:schemeClr val="tx1"/>
                  </a:solidFill>
                  <a:latin typeface="+mn-lt"/>
                  <a:ea typeface="+mn-ea"/>
                  <a:cs typeface="+mn-cs"/>
                </a:defRPr>
              </a:lvl1pPr>
              <a:lvl2pPr marL="538163" indent="-271463" algn="l" defTabSz="914400" rtl="0" eaLnBrk="1" latinLnBrk="0" hangingPunct="1">
                <a:lnSpc>
                  <a:spcPct val="100000"/>
                </a:lnSpc>
                <a:spcBef>
                  <a:spcPts val="500"/>
                </a:spcBef>
                <a:buFont typeface="Symbol" panose="05050102010706020507" pitchFamily="18" charset="2"/>
                <a:buChar char="-"/>
                <a:defRPr sz="1800" kern="1200">
                  <a:solidFill>
                    <a:schemeClr val="tx1"/>
                  </a:solidFill>
                  <a:latin typeface="+mn-lt"/>
                  <a:ea typeface="+mn-ea"/>
                  <a:cs typeface="+mn-cs"/>
                </a:defRPr>
              </a:lvl2pPr>
              <a:lvl3pPr marL="810000" indent="-270000" algn="l" defTabSz="914400" rtl="0" eaLnBrk="1" latinLnBrk="0" hangingPunct="1">
                <a:lnSpc>
                  <a:spcPct val="100000"/>
                </a:lnSpc>
                <a:spcBef>
                  <a:spcPts val="500"/>
                </a:spcBef>
                <a:buFont typeface="Symbol" panose="05050102010706020507" pitchFamily="18" charset="2"/>
                <a:buChar char="-"/>
                <a:defRPr sz="1800" kern="1200">
                  <a:solidFill>
                    <a:schemeClr val="tx1"/>
                  </a:solidFill>
                  <a:latin typeface="+mn-lt"/>
                  <a:ea typeface="+mn-ea"/>
                  <a:cs typeface="+mn-cs"/>
                </a:defRPr>
              </a:lvl3pPr>
              <a:lvl4pPr marL="1080000" indent="-271463" algn="l" defTabSz="914400" rtl="0" eaLnBrk="1" latinLnBrk="0" hangingPunct="1">
                <a:lnSpc>
                  <a:spcPct val="100000"/>
                </a:lnSpc>
                <a:spcBef>
                  <a:spcPts val="500"/>
                </a:spcBef>
                <a:buFont typeface="Symbol" panose="05050102010706020507" pitchFamily="18" charset="2"/>
                <a:buChar char="-"/>
                <a:defRPr sz="1800" kern="1200">
                  <a:solidFill>
                    <a:schemeClr val="tx1"/>
                  </a:solidFill>
                  <a:latin typeface="+mn-lt"/>
                  <a:ea typeface="+mn-ea"/>
                  <a:cs typeface="+mn-cs"/>
                </a:defRPr>
              </a:lvl4pPr>
              <a:lvl5pPr marL="1350000" indent="-270000" algn="l" defTabSz="914400" rtl="0" eaLnBrk="1" latinLnBrk="0" hangingPunct="1">
                <a:lnSpc>
                  <a:spcPct val="100000"/>
                </a:lnSpc>
                <a:spcBef>
                  <a:spcPts val="500"/>
                </a:spcBef>
                <a:buFont typeface="Symbol" panose="05050102010706020507" pitchFamily="18" charset="2"/>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algn="ctr"/>
              <a:r>
                <a:rPr lang="de-DE" dirty="0"/>
                <a:t>Baseline </a:t>
              </a:r>
              <a:r>
                <a:rPr lang="de-DE" dirty="0" err="1"/>
                <a:t>soley</a:t>
              </a:r>
              <a:r>
                <a:rPr lang="de-DE" dirty="0"/>
                <a:t> </a:t>
              </a:r>
              <a:r>
                <a:rPr lang="de-DE" dirty="0" err="1"/>
                <a:t>relies</a:t>
              </a:r>
              <a:r>
                <a:rPr lang="de-DE" dirty="0"/>
                <a:t> on 3 </a:t>
              </a:r>
              <a:r>
                <a:rPr lang="de-DE" dirty="0" err="1"/>
                <a:t>features</a:t>
              </a:r>
              <a:endParaRPr lang="de-DE" dirty="0"/>
            </a:p>
          </p:txBody>
        </p:sp>
        <p:sp>
          <p:nvSpPr>
            <p:cNvPr id="14" name="Textplatzhalter 31">
              <a:extLst>
                <a:ext uri="{FF2B5EF4-FFF2-40B4-BE49-F238E27FC236}">
                  <a16:creationId xmlns:a16="http://schemas.microsoft.com/office/drawing/2014/main" id="{7EC80B23-0B3A-2979-151B-2C49047D0AF3}"/>
                </a:ext>
              </a:extLst>
            </p:cNvPr>
            <p:cNvSpPr txBox="1">
              <a:spLocks/>
            </p:cNvSpPr>
            <p:nvPr/>
          </p:nvSpPr>
          <p:spPr>
            <a:xfrm>
              <a:off x="4374675" y="2299320"/>
              <a:ext cx="3131999" cy="540000"/>
            </a:xfrm>
            <a:prstGeom prst="rect">
              <a:avLst/>
            </a:prstGeom>
          </p:spPr>
          <p:txBody>
            <a:bodyPr anchor="ctr"/>
            <a:lstStyle>
              <a:lvl1pPr marL="0" indent="0" algn="l" defTabSz="914400" rtl="0" eaLnBrk="1" latinLnBrk="0" hangingPunct="1">
                <a:lnSpc>
                  <a:spcPct val="100000"/>
                </a:lnSpc>
                <a:spcBef>
                  <a:spcPts val="1000"/>
                </a:spcBef>
                <a:buFont typeface="Arial" panose="020B0604020202020204" pitchFamily="34" charset="0"/>
                <a:buNone/>
                <a:defRPr sz="1800" kern="1200">
                  <a:solidFill>
                    <a:schemeClr val="tx1"/>
                  </a:solidFill>
                  <a:latin typeface="+mn-lt"/>
                  <a:ea typeface="+mn-ea"/>
                  <a:cs typeface="+mn-cs"/>
                </a:defRPr>
              </a:lvl1pPr>
              <a:lvl2pPr marL="538163" indent="-271463" algn="l" defTabSz="914400" rtl="0" eaLnBrk="1" latinLnBrk="0" hangingPunct="1">
                <a:lnSpc>
                  <a:spcPct val="100000"/>
                </a:lnSpc>
                <a:spcBef>
                  <a:spcPts val="500"/>
                </a:spcBef>
                <a:buFont typeface="Symbol" panose="05050102010706020507" pitchFamily="18" charset="2"/>
                <a:buChar char="-"/>
                <a:defRPr sz="1800" kern="1200">
                  <a:solidFill>
                    <a:schemeClr val="tx1"/>
                  </a:solidFill>
                  <a:latin typeface="+mn-lt"/>
                  <a:ea typeface="+mn-ea"/>
                  <a:cs typeface="+mn-cs"/>
                </a:defRPr>
              </a:lvl2pPr>
              <a:lvl3pPr marL="810000" indent="-270000" algn="l" defTabSz="914400" rtl="0" eaLnBrk="1" latinLnBrk="0" hangingPunct="1">
                <a:lnSpc>
                  <a:spcPct val="100000"/>
                </a:lnSpc>
                <a:spcBef>
                  <a:spcPts val="500"/>
                </a:spcBef>
                <a:buFont typeface="Symbol" panose="05050102010706020507" pitchFamily="18" charset="2"/>
                <a:buChar char="-"/>
                <a:defRPr sz="1800" kern="1200">
                  <a:solidFill>
                    <a:schemeClr val="tx1"/>
                  </a:solidFill>
                  <a:latin typeface="+mn-lt"/>
                  <a:ea typeface="+mn-ea"/>
                  <a:cs typeface="+mn-cs"/>
                </a:defRPr>
              </a:lvl3pPr>
              <a:lvl4pPr marL="1080000" indent="-271463" algn="l" defTabSz="914400" rtl="0" eaLnBrk="1" latinLnBrk="0" hangingPunct="1">
                <a:lnSpc>
                  <a:spcPct val="100000"/>
                </a:lnSpc>
                <a:spcBef>
                  <a:spcPts val="500"/>
                </a:spcBef>
                <a:buFont typeface="Symbol" panose="05050102010706020507" pitchFamily="18" charset="2"/>
                <a:buChar char="-"/>
                <a:defRPr sz="1800" kern="1200">
                  <a:solidFill>
                    <a:schemeClr val="tx1"/>
                  </a:solidFill>
                  <a:latin typeface="+mn-lt"/>
                  <a:ea typeface="+mn-ea"/>
                  <a:cs typeface="+mn-cs"/>
                </a:defRPr>
              </a:lvl4pPr>
              <a:lvl5pPr marL="1350000" indent="-270000" algn="l" defTabSz="914400" rtl="0" eaLnBrk="1" latinLnBrk="0" hangingPunct="1">
                <a:lnSpc>
                  <a:spcPct val="100000"/>
                </a:lnSpc>
                <a:spcBef>
                  <a:spcPts val="500"/>
                </a:spcBef>
                <a:buFont typeface="Symbol" panose="05050102010706020507" pitchFamily="18" charset="2"/>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algn="ctr"/>
              <a:r>
                <a:rPr lang="de-DE" dirty="0"/>
                <a:t>Feature </a:t>
              </a:r>
              <a:r>
                <a:rPr lang="de-DE" dirty="0" err="1"/>
                <a:t>engineering</a:t>
              </a:r>
              <a:r>
                <a:rPr lang="de-DE" dirty="0"/>
                <a:t> </a:t>
              </a:r>
              <a:r>
                <a:rPr lang="de-DE" dirty="0" err="1"/>
                <a:t>of</a:t>
              </a:r>
              <a:r>
                <a:rPr lang="de-DE" dirty="0"/>
                <a:t> additional 33 </a:t>
              </a:r>
              <a:r>
                <a:rPr lang="de-DE" dirty="0" err="1"/>
                <a:t>features</a:t>
              </a:r>
              <a:endParaRPr lang="de-DE" dirty="0"/>
            </a:p>
          </p:txBody>
        </p:sp>
        <p:sp>
          <p:nvSpPr>
            <p:cNvPr id="15" name="Textplatzhalter 31">
              <a:extLst>
                <a:ext uri="{FF2B5EF4-FFF2-40B4-BE49-F238E27FC236}">
                  <a16:creationId xmlns:a16="http://schemas.microsoft.com/office/drawing/2014/main" id="{D07B4449-0CFA-D297-31BB-25338E6EED90}"/>
                </a:ext>
              </a:extLst>
            </p:cNvPr>
            <p:cNvSpPr txBox="1">
              <a:spLocks/>
            </p:cNvSpPr>
            <p:nvPr/>
          </p:nvSpPr>
          <p:spPr>
            <a:xfrm>
              <a:off x="7669351" y="2299320"/>
              <a:ext cx="3131999" cy="540000"/>
            </a:xfrm>
            <a:prstGeom prst="rect">
              <a:avLst/>
            </a:prstGeom>
          </p:spPr>
          <p:txBody>
            <a:bodyPr anchor="ctr"/>
            <a:lstStyle>
              <a:lvl1pPr marL="0" indent="0" algn="l" defTabSz="914400" rtl="0" eaLnBrk="1" latinLnBrk="0" hangingPunct="1">
                <a:lnSpc>
                  <a:spcPct val="100000"/>
                </a:lnSpc>
                <a:spcBef>
                  <a:spcPts val="1000"/>
                </a:spcBef>
                <a:buFont typeface="Arial" panose="020B0604020202020204" pitchFamily="34" charset="0"/>
                <a:buNone/>
                <a:defRPr sz="1800" kern="1200">
                  <a:solidFill>
                    <a:schemeClr val="tx1"/>
                  </a:solidFill>
                  <a:latin typeface="+mn-lt"/>
                  <a:ea typeface="+mn-ea"/>
                  <a:cs typeface="+mn-cs"/>
                </a:defRPr>
              </a:lvl1pPr>
              <a:lvl2pPr marL="538163" indent="-271463" algn="l" defTabSz="914400" rtl="0" eaLnBrk="1" latinLnBrk="0" hangingPunct="1">
                <a:lnSpc>
                  <a:spcPct val="100000"/>
                </a:lnSpc>
                <a:spcBef>
                  <a:spcPts val="500"/>
                </a:spcBef>
                <a:buFont typeface="Symbol" panose="05050102010706020507" pitchFamily="18" charset="2"/>
                <a:buChar char="-"/>
                <a:defRPr sz="1800" kern="1200">
                  <a:solidFill>
                    <a:schemeClr val="tx1"/>
                  </a:solidFill>
                  <a:latin typeface="+mn-lt"/>
                  <a:ea typeface="+mn-ea"/>
                  <a:cs typeface="+mn-cs"/>
                </a:defRPr>
              </a:lvl2pPr>
              <a:lvl3pPr marL="810000" indent="-270000" algn="l" defTabSz="914400" rtl="0" eaLnBrk="1" latinLnBrk="0" hangingPunct="1">
                <a:lnSpc>
                  <a:spcPct val="100000"/>
                </a:lnSpc>
                <a:spcBef>
                  <a:spcPts val="500"/>
                </a:spcBef>
                <a:buFont typeface="Symbol" panose="05050102010706020507" pitchFamily="18" charset="2"/>
                <a:buChar char="-"/>
                <a:defRPr sz="1800" kern="1200">
                  <a:solidFill>
                    <a:schemeClr val="tx1"/>
                  </a:solidFill>
                  <a:latin typeface="+mn-lt"/>
                  <a:ea typeface="+mn-ea"/>
                  <a:cs typeface="+mn-cs"/>
                </a:defRPr>
              </a:lvl3pPr>
              <a:lvl4pPr marL="1080000" indent="-271463" algn="l" defTabSz="914400" rtl="0" eaLnBrk="1" latinLnBrk="0" hangingPunct="1">
                <a:lnSpc>
                  <a:spcPct val="100000"/>
                </a:lnSpc>
                <a:spcBef>
                  <a:spcPts val="500"/>
                </a:spcBef>
                <a:buFont typeface="Symbol" panose="05050102010706020507" pitchFamily="18" charset="2"/>
                <a:buChar char="-"/>
                <a:defRPr sz="1800" kern="1200">
                  <a:solidFill>
                    <a:schemeClr val="tx1"/>
                  </a:solidFill>
                  <a:latin typeface="+mn-lt"/>
                  <a:ea typeface="+mn-ea"/>
                  <a:cs typeface="+mn-cs"/>
                </a:defRPr>
              </a:lvl4pPr>
              <a:lvl5pPr marL="1350000" indent="-270000" algn="l" defTabSz="914400" rtl="0" eaLnBrk="1" latinLnBrk="0" hangingPunct="1">
                <a:lnSpc>
                  <a:spcPct val="100000"/>
                </a:lnSpc>
                <a:spcBef>
                  <a:spcPts val="500"/>
                </a:spcBef>
                <a:buFont typeface="Symbol" panose="05050102010706020507" pitchFamily="18" charset="2"/>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algn="ctr"/>
              <a:r>
                <a:rPr lang="de-DE" dirty="0"/>
                <a:t>2,536 → 3,296 NOK</a:t>
              </a:r>
            </a:p>
          </p:txBody>
        </p:sp>
      </p:grpSp>
      <p:grpSp>
        <p:nvGrpSpPr>
          <p:cNvPr id="26" name="Gruppieren 25">
            <a:extLst>
              <a:ext uri="{FF2B5EF4-FFF2-40B4-BE49-F238E27FC236}">
                <a16:creationId xmlns:a16="http://schemas.microsoft.com/office/drawing/2014/main" id="{94B29011-837E-BF3C-CCF0-78FF623A0F90}"/>
              </a:ext>
            </a:extLst>
          </p:cNvPr>
          <p:cNvGrpSpPr/>
          <p:nvPr/>
        </p:nvGrpSpPr>
        <p:grpSpPr>
          <a:xfrm>
            <a:off x="1080000" y="3355741"/>
            <a:ext cx="9721350" cy="540000"/>
            <a:chOff x="1080000" y="3194428"/>
            <a:chExt cx="9721350" cy="540000"/>
          </a:xfrm>
        </p:grpSpPr>
        <p:sp>
          <p:nvSpPr>
            <p:cNvPr id="16" name="Textplatzhalter 31">
              <a:extLst>
                <a:ext uri="{FF2B5EF4-FFF2-40B4-BE49-F238E27FC236}">
                  <a16:creationId xmlns:a16="http://schemas.microsoft.com/office/drawing/2014/main" id="{E6ED1C34-6A7C-735C-89AA-F51AC68FE057}"/>
                </a:ext>
              </a:extLst>
            </p:cNvPr>
            <p:cNvSpPr txBox="1">
              <a:spLocks/>
            </p:cNvSpPr>
            <p:nvPr/>
          </p:nvSpPr>
          <p:spPr>
            <a:xfrm>
              <a:off x="1080000" y="3194428"/>
              <a:ext cx="3131999" cy="540000"/>
            </a:xfrm>
            <a:prstGeom prst="rect">
              <a:avLst/>
            </a:prstGeom>
          </p:spPr>
          <p:txBody>
            <a:bodyPr anchor="ctr"/>
            <a:lstStyle>
              <a:lvl1pPr marL="0" indent="0" algn="l" defTabSz="914400" rtl="0" eaLnBrk="1" latinLnBrk="0" hangingPunct="1">
                <a:lnSpc>
                  <a:spcPct val="100000"/>
                </a:lnSpc>
                <a:spcBef>
                  <a:spcPts val="1000"/>
                </a:spcBef>
                <a:buFont typeface="Arial" panose="020B0604020202020204" pitchFamily="34" charset="0"/>
                <a:buNone/>
                <a:defRPr sz="1800" kern="1200">
                  <a:solidFill>
                    <a:schemeClr val="tx1"/>
                  </a:solidFill>
                  <a:latin typeface="+mn-lt"/>
                  <a:ea typeface="+mn-ea"/>
                  <a:cs typeface="+mn-cs"/>
                </a:defRPr>
              </a:lvl1pPr>
              <a:lvl2pPr marL="538163" indent="-271463" algn="l" defTabSz="914400" rtl="0" eaLnBrk="1" latinLnBrk="0" hangingPunct="1">
                <a:lnSpc>
                  <a:spcPct val="100000"/>
                </a:lnSpc>
                <a:spcBef>
                  <a:spcPts val="500"/>
                </a:spcBef>
                <a:buFont typeface="Symbol" panose="05050102010706020507" pitchFamily="18" charset="2"/>
                <a:buChar char="-"/>
                <a:defRPr sz="1800" kern="1200">
                  <a:solidFill>
                    <a:schemeClr val="tx1"/>
                  </a:solidFill>
                  <a:latin typeface="+mn-lt"/>
                  <a:ea typeface="+mn-ea"/>
                  <a:cs typeface="+mn-cs"/>
                </a:defRPr>
              </a:lvl2pPr>
              <a:lvl3pPr marL="810000" indent="-270000" algn="l" defTabSz="914400" rtl="0" eaLnBrk="1" latinLnBrk="0" hangingPunct="1">
                <a:lnSpc>
                  <a:spcPct val="100000"/>
                </a:lnSpc>
                <a:spcBef>
                  <a:spcPts val="500"/>
                </a:spcBef>
                <a:buFont typeface="Symbol" panose="05050102010706020507" pitchFamily="18" charset="2"/>
                <a:buChar char="-"/>
                <a:defRPr sz="1800" kern="1200">
                  <a:solidFill>
                    <a:schemeClr val="tx1"/>
                  </a:solidFill>
                  <a:latin typeface="+mn-lt"/>
                  <a:ea typeface="+mn-ea"/>
                  <a:cs typeface="+mn-cs"/>
                </a:defRPr>
              </a:lvl3pPr>
              <a:lvl4pPr marL="1080000" indent="-271463" algn="l" defTabSz="914400" rtl="0" eaLnBrk="1" latinLnBrk="0" hangingPunct="1">
                <a:lnSpc>
                  <a:spcPct val="100000"/>
                </a:lnSpc>
                <a:spcBef>
                  <a:spcPts val="500"/>
                </a:spcBef>
                <a:buFont typeface="Symbol" panose="05050102010706020507" pitchFamily="18" charset="2"/>
                <a:buChar char="-"/>
                <a:defRPr sz="1800" kern="1200">
                  <a:solidFill>
                    <a:schemeClr val="tx1"/>
                  </a:solidFill>
                  <a:latin typeface="+mn-lt"/>
                  <a:ea typeface="+mn-ea"/>
                  <a:cs typeface="+mn-cs"/>
                </a:defRPr>
              </a:lvl4pPr>
              <a:lvl5pPr marL="1350000" indent="-270000" algn="l" defTabSz="914400" rtl="0" eaLnBrk="1" latinLnBrk="0" hangingPunct="1">
                <a:lnSpc>
                  <a:spcPct val="100000"/>
                </a:lnSpc>
                <a:spcBef>
                  <a:spcPts val="500"/>
                </a:spcBef>
                <a:buFont typeface="Symbol" panose="05050102010706020507" pitchFamily="18" charset="2"/>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algn="ctr"/>
              <a:r>
                <a:rPr lang="de-DE" dirty="0"/>
                <a:t>93% </a:t>
              </a:r>
              <a:r>
                <a:rPr lang="de-DE" dirty="0" err="1"/>
                <a:t>of</a:t>
              </a:r>
              <a:r>
                <a:rPr lang="de-DE" dirty="0"/>
                <a:t> </a:t>
              </a:r>
              <a:r>
                <a:rPr lang="de-DE" dirty="0" err="1"/>
                <a:t>customers</a:t>
              </a:r>
              <a:r>
                <a:rPr lang="de-DE" dirty="0"/>
                <a:t> </a:t>
              </a:r>
              <a:r>
                <a:rPr lang="de-DE" dirty="0" err="1"/>
                <a:t>generate</a:t>
              </a:r>
              <a:r>
                <a:rPr lang="de-DE" dirty="0"/>
                <a:t> </a:t>
              </a:r>
              <a:r>
                <a:rPr lang="de-DE" dirty="0" err="1"/>
                <a:t>zero</a:t>
              </a:r>
              <a:r>
                <a:rPr lang="de-DE" dirty="0"/>
                <a:t> </a:t>
              </a:r>
              <a:r>
                <a:rPr lang="de-DE" dirty="0" err="1"/>
                <a:t>revenue</a:t>
              </a:r>
              <a:endParaRPr lang="de-DE" dirty="0"/>
            </a:p>
          </p:txBody>
        </p:sp>
        <p:sp>
          <p:nvSpPr>
            <p:cNvPr id="17" name="Textplatzhalter 31">
              <a:extLst>
                <a:ext uri="{FF2B5EF4-FFF2-40B4-BE49-F238E27FC236}">
                  <a16:creationId xmlns:a16="http://schemas.microsoft.com/office/drawing/2014/main" id="{6D24B187-DD88-F406-AA69-1018872F06DE}"/>
                </a:ext>
              </a:extLst>
            </p:cNvPr>
            <p:cNvSpPr txBox="1">
              <a:spLocks/>
            </p:cNvSpPr>
            <p:nvPr/>
          </p:nvSpPr>
          <p:spPr>
            <a:xfrm>
              <a:off x="4374675" y="3194428"/>
              <a:ext cx="3131999" cy="540000"/>
            </a:xfrm>
            <a:prstGeom prst="rect">
              <a:avLst/>
            </a:prstGeom>
          </p:spPr>
          <p:txBody>
            <a:bodyPr anchor="ctr"/>
            <a:lstStyle>
              <a:lvl1pPr marL="0" indent="0" algn="l" defTabSz="914400" rtl="0" eaLnBrk="1" latinLnBrk="0" hangingPunct="1">
                <a:lnSpc>
                  <a:spcPct val="100000"/>
                </a:lnSpc>
                <a:spcBef>
                  <a:spcPts val="1000"/>
                </a:spcBef>
                <a:buFont typeface="Arial" panose="020B0604020202020204" pitchFamily="34" charset="0"/>
                <a:buNone/>
                <a:defRPr sz="1800" kern="1200">
                  <a:solidFill>
                    <a:schemeClr val="tx1"/>
                  </a:solidFill>
                  <a:latin typeface="+mn-lt"/>
                  <a:ea typeface="+mn-ea"/>
                  <a:cs typeface="+mn-cs"/>
                </a:defRPr>
              </a:lvl1pPr>
              <a:lvl2pPr marL="538163" indent="-271463" algn="l" defTabSz="914400" rtl="0" eaLnBrk="1" latinLnBrk="0" hangingPunct="1">
                <a:lnSpc>
                  <a:spcPct val="100000"/>
                </a:lnSpc>
                <a:spcBef>
                  <a:spcPts val="500"/>
                </a:spcBef>
                <a:buFont typeface="Symbol" panose="05050102010706020507" pitchFamily="18" charset="2"/>
                <a:buChar char="-"/>
                <a:defRPr sz="1800" kern="1200">
                  <a:solidFill>
                    <a:schemeClr val="tx1"/>
                  </a:solidFill>
                  <a:latin typeface="+mn-lt"/>
                  <a:ea typeface="+mn-ea"/>
                  <a:cs typeface="+mn-cs"/>
                </a:defRPr>
              </a:lvl2pPr>
              <a:lvl3pPr marL="810000" indent="-270000" algn="l" defTabSz="914400" rtl="0" eaLnBrk="1" latinLnBrk="0" hangingPunct="1">
                <a:lnSpc>
                  <a:spcPct val="100000"/>
                </a:lnSpc>
                <a:spcBef>
                  <a:spcPts val="500"/>
                </a:spcBef>
                <a:buFont typeface="Symbol" panose="05050102010706020507" pitchFamily="18" charset="2"/>
                <a:buChar char="-"/>
                <a:defRPr sz="1800" kern="1200">
                  <a:solidFill>
                    <a:schemeClr val="tx1"/>
                  </a:solidFill>
                  <a:latin typeface="+mn-lt"/>
                  <a:ea typeface="+mn-ea"/>
                  <a:cs typeface="+mn-cs"/>
                </a:defRPr>
              </a:lvl3pPr>
              <a:lvl4pPr marL="1080000" indent="-271463" algn="l" defTabSz="914400" rtl="0" eaLnBrk="1" latinLnBrk="0" hangingPunct="1">
                <a:lnSpc>
                  <a:spcPct val="100000"/>
                </a:lnSpc>
                <a:spcBef>
                  <a:spcPts val="500"/>
                </a:spcBef>
                <a:buFont typeface="Symbol" panose="05050102010706020507" pitchFamily="18" charset="2"/>
                <a:buChar char="-"/>
                <a:defRPr sz="1800" kern="1200">
                  <a:solidFill>
                    <a:schemeClr val="tx1"/>
                  </a:solidFill>
                  <a:latin typeface="+mn-lt"/>
                  <a:ea typeface="+mn-ea"/>
                  <a:cs typeface="+mn-cs"/>
                </a:defRPr>
              </a:lvl4pPr>
              <a:lvl5pPr marL="1350000" indent="-270000" algn="l" defTabSz="914400" rtl="0" eaLnBrk="1" latinLnBrk="0" hangingPunct="1">
                <a:lnSpc>
                  <a:spcPct val="100000"/>
                </a:lnSpc>
                <a:spcBef>
                  <a:spcPts val="500"/>
                </a:spcBef>
                <a:buFont typeface="Symbol" panose="05050102010706020507" pitchFamily="18" charset="2"/>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algn="ctr"/>
              <a:r>
                <a:rPr lang="de-DE" dirty="0"/>
                <a:t>Tweedie </a:t>
              </a:r>
              <a:r>
                <a:rPr lang="de-DE" dirty="0" err="1"/>
                <a:t>distribution</a:t>
              </a:r>
              <a:r>
                <a:rPr lang="de-DE" dirty="0"/>
                <a:t> </a:t>
              </a:r>
              <a:r>
                <a:rPr lang="de-DE" dirty="0" err="1"/>
                <a:t>objective</a:t>
              </a:r>
              <a:r>
                <a:rPr lang="de-DE" dirty="0"/>
                <a:t> </a:t>
              </a:r>
            </a:p>
          </p:txBody>
        </p:sp>
        <p:sp>
          <p:nvSpPr>
            <p:cNvPr id="18" name="Textplatzhalter 31">
              <a:extLst>
                <a:ext uri="{FF2B5EF4-FFF2-40B4-BE49-F238E27FC236}">
                  <a16:creationId xmlns:a16="http://schemas.microsoft.com/office/drawing/2014/main" id="{BE0D14C2-54D3-C85F-DB36-591FD2CB0C5F}"/>
                </a:ext>
              </a:extLst>
            </p:cNvPr>
            <p:cNvSpPr txBox="1">
              <a:spLocks/>
            </p:cNvSpPr>
            <p:nvPr/>
          </p:nvSpPr>
          <p:spPr>
            <a:xfrm>
              <a:off x="7669351" y="3194428"/>
              <a:ext cx="3131999" cy="540000"/>
            </a:xfrm>
            <a:prstGeom prst="rect">
              <a:avLst/>
            </a:prstGeom>
          </p:spPr>
          <p:txBody>
            <a:bodyPr anchor="ctr"/>
            <a:lstStyle>
              <a:lvl1pPr marL="0" indent="0" algn="l" defTabSz="914400" rtl="0" eaLnBrk="1" latinLnBrk="0" hangingPunct="1">
                <a:lnSpc>
                  <a:spcPct val="100000"/>
                </a:lnSpc>
                <a:spcBef>
                  <a:spcPts val="1000"/>
                </a:spcBef>
                <a:buFont typeface="Arial" panose="020B0604020202020204" pitchFamily="34" charset="0"/>
                <a:buNone/>
                <a:defRPr sz="1800" kern="1200">
                  <a:solidFill>
                    <a:schemeClr val="tx1"/>
                  </a:solidFill>
                  <a:latin typeface="+mn-lt"/>
                  <a:ea typeface="+mn-ea"/>
                  <a:cs typeface="+mn-cs"/>
                </a:defRPr>
              </a:lvl1pPr>
              <a:lvl2pPr marL="538163" indent="-271463" algn="l" defTabSz="914400" rtl="0" eaLnBrk="1" latinLnBrk="0" hangingPunct="1">
                <a:lnSpc>
                  <a:spcPct val="100000"/>
                </a:lnSpc>
                <a:spcBef>
                  <a:spcPts val="500"/>
                </a:spcBef>
                <a:buFont typeface="Symbol" panose="05050102010706020507" pitchFamily="18" charset="2"/>
                <a:buChar char="-"/>
                <a:defRPr sz="1800" kern="1200">
                  <a:solidFill>
                    <a:schemeClr val="tx1"/>
                  </a:solidFill>
                  <a:latin typeface="+mn-lt"/>
                  <a:ea typeface="+mn-ea"/>
                  <a:cs typeface="+mn-cs"/>
                </a:defRPr>
              </a:lvl2pPr>
              <a:lvl3pPr marL="810000" indent="-270000" algn="l" defTabSz="914400" rtl="0" eaLnBrk="1" latinLnBrk="0" hangingPunct="1">
                <a:lnSpc>
                  <a:spcPct val="100000"/>
                </a:lnSpc>
                <a:spcBef>
                  <a:spcPts val="500"/>
                </a:spcBef>
                <a:buFont typeface="Symbol" panose="05050102010706020507" pitchFamily="18" charset="2"/>
                <a:buChar char="-"/>
                <a:defRPr sz="1800" kern="1200">
                  <a:solidFill>
                    <a:schemeClr val="tx1"/>
                  </a:solidFill>
                  <a:latin typeface="+mn-lt"/>
                  <a:ea typeface="+mn-ea"/>
                  <a:cs typeface="+mn-cs"/>
                </a:defRPr>
              </a:lvl3pPr>
              <a:lvl4pPr marL="1080000" indent="-271463" algn="l" defTabSz="914400" rtl="0" eaLnBrk="1" latinLnBrk="0" hangingPunct="1">
                <a:lnSpc>
                  <a:spcPct val="100000"/>
                </a:lnSpc>
                <a:spcBef>
                  <a:spcPts val="500"/>
                </a:spcBef>
                <a:buFont typeface="Symbol" panose="05050102010706020507" pitchFamily="18" charset="2"/>
                <a:buChar char="-"/>
                <a:defRPr sz="1800" kern="1200">
                  <a:solidFill>
                    <a:schemeClr val="tx1"/>
                  </a:solidFill>
                  <a:latin typeface="+mn-lt"/>
                  <a:ea typeface="+mn-ea"/>
                  <a:cs typeface="+mn-cs"/>
                </a:defRPr>
              </a:lvl4pPr>
              <a:lvl5pPr marL="1350000" indent="-270000" algn="l" defTabSz="914400" rtl="0" eaLnBrk="1" latinLnBrk="0" hangingPunct="1">
                <a:lnSpc>
                  <a:spcPct val="100000"/>
                </a:lnSpc>
                <a:spcBef>
                  <a:spcPts val="500"/>
                </a:spcBef>
                <a:buFont typeface="Symbol" panose="05050102010706020507" pitchFamily="18" charset="2"/>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algn="ctr"/>
              <a:r>
                <a:rPr lang="de-DE" dirty="0"/>
                <a:t>3,296 → 2,595 NOK</a:t>
              </a:r>
            </a:p>
          </p:txBody>
        </p:sp>
      </p:grpSp>
      <p:grpSp>
        <p:nvGrpSpPr>
          <p:cNvPr id="27" name="Gruppieren 26">
            <a:extLst>
              <a:ext uri="{FF2B5EF4-FFF2-40B4-BE49-F238E27FC236}">
                <a16:creationId xmlns:a16="http://schemas.microsoft.com/office/drawing/2014/main" id="{3451980C-B3AC-AEF9-A19F-946C23990AAA}"/>
              </a:ext>
            </a:extLst>
          </p:cNvPr>
          <p:cNvGrpSpPr/>
          <p:nvPr/>
        </p:nvGrpSpPr>
        <p:grpSpPr>
          <a:xfrm>
            <a:off x="1080000" y="4412162"/>
            <a:ext cx="9721350" cy="540000"/>
            <a:chOff x="1080000" y="4089536"/>
            <a:chExt cx="9721350" cy="540000"/>
          </a:xfrm>
        </p:grpSpPr>
        <p:sp>
          <p:nvSpPr>
            <p:cNvPr id="19" name="Textplatzhalter 31">
              <a:extLst>
                <a:ext uri="{FF2B5EF4-FFF2-40B4-BE49-F238E27FC236}">
                  <a16:creationId xmlns:a16="http://schemas.microsoft.com/office/drawing/2014/main" id="{4202EA5D-5CDD-6EEB-BDFD-1D492C1BB987}"/>
                </a:ext>
              </a:extLst>
            </p:cNvPr>
            <p:cNvSpPr txBox="1">
              <a:spLocks/>
            </p:cNvSpPr>
            <p:nvPr/>
          </p:nvSpPr>
          <p:spPr>
            <a:xfrm>
              <a:off x="1080000" y="4089536"/>
              <a:ext cx="3131999" cy="540000"/>
            </a:xfrm>
            <a:prstGeom prst="rect">
              <a:avLst/>
            </a:prstGeom>
          </p:spPr>
          <p:txBody>
            <a:bodyPr anchor="ctr"/>
            <a:lstStyle>
              <a:lvl1pPr marL="0" indent="0" algn="l" defTabSz="914400" rtl="0" eaLnBrk="1" latinLnBrk="0" hangingPunct="1">
                <a:lnSpc>
                  <a:spcPct val="100000"/>
                </a:lnSpc>
                <a:spcBef>
                  <a:spcPts val="1000"/>
                </a:spcBef>
                <a:buFont typeface="Arial" panose="020B0604020202020204" pitchFamily="34" charset="0"/>
                <a:buNone/>
                <a:defRPr sz="1800" kern="1200">
                  <a:solidFill>
                    <a:schemeClr val="tx1"/>
                  </a:solidFill>
                  <a:latin typeface="+mn-lt"/>
                  <a:ea typeface="+mn-ea"/>
                  <a:cs typeface="+mn-cs"/>
                </a:defRPr>
              </a:lvl1pPr>
              <a:lvl2pPr marL="538163" indent="-271463" algn="l" defTabSz="914400" rtl="0" eaLnBrk="1" latinLnBrk="0" hangingPunct="1">
                <a:lnSpc>
                  <a:spcPct val="100000"/>
                </a:lnSpc>
                <a:spcBef>
                  <a:spcPts val="500"/>
                </a:spcBef>
                <a:buFont typeface="Symbol" panose="05050102010706020507" pitchFamily="18" charset="2"/>
                <a:buChar char="-"/>
                <a:defRPr sz="1800" kern="1200">
                  <a:solidFill>
                    <a:schemeClr val="tx1"/>
                  </a:solidFill>
                  <a:latin typeface="+mn-lt"/>
                  <a:ea typeface="+mn-ea"/>
                  <a:cs typeface="+mn-cs"/>
                </a:defRPr>
              </a:lvl2pPr>
              <a:lvl3pPr marL="810000" indent="-270000" algn="l" defTabSz="914400" rtl="0" eaLnBrk="1" latinLnBrk="0" hangingPunct="1">
                <a:lnSpc>
                  <a:spcPct val="100000"/>
                </a:lnSpc>
                <a:spcBef>
                  <a:spcPts val="500"/>
                </a:spcBef>
                <a:buFont typeface="Symbol" panose="05050102010706020507" pitchFamily="18" charset="2"/>
                <a:buChar char="-"/>
                <a:defRPr sz="1800" kern="1200">
                  <a:solidFill>
                    <a:schemeClr val="tx1"/>
                  </a:solidFill>
                  <a:latin typeface="+mn-lt"/>
                  <a:ea typeface="+mn-ea"/>
                  <a:cs typeface="+mn-cs"/>
                </a:defRPr>
              </a:lvl3pPr>
              <a:lvl4pPr marL="1080000" indent="-271463" algn="l" defTabSz="914400" rtl="0" eaLnBrk="1" latinLnBrk="0" hangingPunct="1">
                <a:lnSpc>
                  <a:spcPct val="100000"/>
                </a:lnSpc>
                <a:spcBef>
                  <a:spcPts val="500"/>
                </a:spcBef>
                <a:buFont typeface="Symbol" panose="05050102010706020507" pitchFamily="18" charset="2"/>
                <a:buChar char="-"/>
                <a:defRPr sz="1800" kern="1200">
                  <a:solidFill>
                    <a:schemeClr val="tx1"/>
                  </a:solidFill>
                  <a:latin typeface="+mn-lt"/>
                  <a:ea typeface="+mn-ea"/>
                  <a:cs typeface="+mn-cs"/>
                </a:defRPr>
              </a:lvl4pPr>
              <a:lvl5pPr marL="1350000" indent="-270000" algn="l" defTabSz="914400" rtl="0" eaLnBrk="1" latinLnBrk="0" hangingPunct="1">
                <a:lnSpc>
                  <a:spcPct val="100000"/>
                </a:lnSpc>
                <a:spcBef>
                  <a:spcPts val="500"/>
                </a:spcBef>
                <a:buFont typeface="Symbol" panose="05050102010706020507" pitchFamily="18" charset="2"/>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algn="ctr"/>
              <a:r>
                <a:rPr lang="de-DE" dirty="0"/>
                <a:t>Redundant &amp; </a:t>
              </a:r>
              <a:r>
                <a:rPr lang="de-DE" dirty="0" err="1"/>
                <a:t>noisy</a:t>
              </a:r>
              <a:r>
                <a:rPr lang="de-DE" dirty="0"/>
                <a:t> </a:t>
              </a:r>
              <a:r>
                <a:rPr lang="de-DE" dirty="0" err="1"/>
                <a:t>features</a:t>
              </a:r>
              <a:endParaRPr lang="de-DE" dirty="0"/>
            </a:p>
          </p:txBody>
        </p:sp>
        <p:sp>
          <p:nvSpPr>
            <p:cNvPr id="20" name="Textplatzhalter 31">
              <a:extLst>
                <a:ext uri="{FF2B5EF4-FFF2-40B4-BE49-F238E27FC236}">
                  <a16:creationId xmlns:a16="http://schemas.microsoft.com/office/drawing/2014/main" id="{A7A6404A-B40A-9F31-E6FF-17CA4A95C62F}"/>
                </a:ext>
              </a:extLst>
            </p:cNvPr>
            <p:cNvSpPr txBox="1">
              <a:spLocks/>
            </p:cNvSpPr>
            <p:nvPr/>
          </p:nvSpPr>
          <p:spPr>
            <a:xfrm>
              <a:off x="4374675" y="4089536"/>
              <a:ext cx="3131999" cy="540000"/>
            </a:xfrm>
            <a:prstGeom prst="rect">
              <a:avLst/>
            </a:prstGeom>
          </p:spPr>
          <p:txBody>
            <a:bodyPr anchor="ctr"/>
            <a:lstStyle>
              <a:lvl1pPr marL="0" indent="0" algn="l" defTabSz="914400" rtl="0" eaLnBrk="1" latinLnBrk="0" hangingPunct="1">
                <a:lnSpc>
                  <a:spcPct val="100000"/>
                </a:lnSpc>
                <a:spcBef>
                  <a:spcPts val="1000"/>
                </a:spcBef>
                <a:buFont typeface="Arial" panose="020B0604020202020204" pitchFamily="34" charset="0"/>
                <a:buNone/>
                <a:defRPr sz="1800" kern="1200">
                  <a:solidFill>
                    <a:schemeClr val="tx1"/>
                  </a:solidFill>
                  <a:latin typeface="+mn-lt"/>
                  <a:ea typeface="+mn-ea"/>
                  <a:cs typeface="+mn-cs"/>
                </a:defRPr>
              </a:lvl1pPr>
              <a:lvl2pPr marL="538163" indent="-271463" algn="l" defTabSz="914400" rtl="0" eaLnBrk="1" latinLnBrk="0" hangingPunct="1">
                <a:lnSpc>
                  <a:spcPct val="100000"/>
                </a:lnSpc>
                <a:spcBef>
                  <a:spcPts val="500"/>
                </a:spcBef>
                <a:buFont typeface="Symbol" panose="05050102010706020507" pitchFamily="18" charset="2"/>
                <a:buChar char="-"/>
                <a:defRPr sz="1800" kern="1200">
                  <a:solidFill>
                    <a:schemeClr val="tx1"/>
                  </a:solidFill>
                  <a:latin typeface="+mn-lt"/>
                  <a:ea typeface="+mn-ea"/>
                  <a:cs typeface="+mn-cs"/>
                </a:defRPr>
              </a:lvl2pPr>
              <a:lvl3pPr marL="810000" indent="-270000" algn="l" defTabSz="914400" rtl="0" eaLnBrk="1" latinLnBrk="0" hangingPunct="1">
                <a:lnSpc>
                  <a:spcPct val="100000"/>
                </a:lnSpc>
                <a:spcBef>
                  <a:spcPts val="500"/>
                </a:spcBef>
                <a:buFont typeface="Symbol" panose="05050102010706020507" pitchFamily="18" charset="2"/>
                <a:buChar char="-"/>
                <a:defRPr sz="1800" kern="1200">
                  <a:solidFill>
                    <a:schemeClr val="tx1"/>
                  </a:solidFill>
                  <a:latin typeface="+mn-lt"/>
                  <a:ea typeface="+mn-ea"/>
                  <a:cs typeface="+mn-cs"/>
                </a:defRPr>
              </a:lvl3pPr>
              <a:lvl4pPr marL="1080000" indent="-271463" algn="l" defTabSz="914400" rtl="0" eaLnBrk="1" latinLnBrk="0" hangingPunct="1">
                <a:lnSpc>
                  <a:spcPct val="100000"/>
                </a:lnSpc>
                <a:spcBef>
                  <a:spcPts val="500"/>
                </a:spcBef>
                <a:buFont typeface="Symbol" panose="05050102010706020507" pitchFamily="18" charset="2"/>
                <a:buChar char="-"/>
                <a:defRPr sz="1800" kern="1200">
                  <a:solidFill>
                    <a:schemeClr val="tx1"/>
                  </a:solidFill>
                  <a:latin typeface="+mn-lt"/>
                  <a:ea typeface="+mn-ea"/>
                  <a:cs typeface="+mn-cs"/>
                </a:defRPr>
              </a:lvl4pPr>
              <a:lvl5pPr marL="1350000" indent="-270000" algn="l" defTabSz="914400" rtl="0" eaLnBrk="1" latinLnBrk="0" hangingPunct="1">
                <a:lnSpc>
                  <a:spcPct val="100000"/>
                </a:lnSpc>
                <a:spcBef>
                  <a:spcPts val="500"/>
                </a:spcBef>
                <a:buFont typeface="Symbol" panose="05050102010706020507" pitchFamily="18" charset="2"/>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algn="ctr"/>
              <a:r>
                <a:rPr lang="de-DE" dirty="0" err="1"/>
                <a:t>Sequential</a:t>
              </a:r>
              <a:r>
                <a:rPr lang="de-DE" dirty="0"/>
                <a:t> Forward </a:t>
              </a:r>
              <a:r>
                <a:rPr lang="de-DE" dirty="0" err="1"/>
                <a:t>Selection</a:t>
              </a:r>
              <a:r>
                <a:rPr lang="de-DE" dirty="0"/>
                <a:t> (18 </a:t>
              </a:r>
              <a:r>
                <a:rPr lang="de-DE" dirty="0" err="1"/>
                <a:t>features</a:t>
              </a:r>
              <a:r>
                <a:rPr lang="de-DE" dirty="0"/>
                <a:t>)</a:t>
              </a:r>
            </a:p>
          </p:txBody>
        </p:sp>
        <p:sp>
          <p:nvSpPr>
            <p:cNvPr id="21" name="Textplatzhalter 31">
              <a:extLst>
                <a:ext uri="{FF2B5EF4-FFF2-40B4-BE49-F238E27FC236}">
                  <a16:creationId xmlns:a16="http://schemas.microsoft.com/office/drawing/2014/main" id="{EC870E93-CF03-2AB7-74CA-7537ACC07B5C}"/>
                </a:ext>
              </a:extLst>
            </p:cNvPr>
            <p:cNvSpPr txBox="1">
              <a:spLocks/>
            </p:cNvSpPr>
            <p:nvPr/>
          </p:nvSpPr>
          <p:spPr>
            <a:xfrm>
              <a:off x="7669351" y="4089536"/>
              <a:ext cx="3131999" cy="540000"/>
            </a:xfrm>
            <a:prstGeom prst="rect">
              <a:avLst/>
            </a:prstGeom>
          </p:spPr>
          <p:txBody>
            <a:bodyPr anchor="ctr"/>
            <a:lstStyle>
              <a:lvl1pPr marL="0" indent="0" algn="l" defTabSz="914400" rtl="0" eaLnBrk="1" latinLnBrk="0" hangingPunct="1">
                <a:lnSpc>
                  <a:spcPct val="100000"/>
                </a:lnSpc>
                <a:spcBef>
                  <a:spcPts val="1000"/>
                </a:spcBef>
                <a:buFont typeface="Arial" panose="020B0604020202020204" pitchFamily="34" charset="0"/>
                <a:buNone/>
                <a:defRPr sz="1800" kern="1200">
                  <a:solidFill>
                    <a:schemeClr val="tx1"/>
                  </a:solidFill>
                  <a:latin typeface="+mn-lt"/>
                  <a:ea typeface="+mn-ea"/>
                  <a:cs typeface="+mn-cs"/>
                </a:defRPr>
              </a:lvl1pPr>
              <a:lvl2pPr marL="538163" indent="-271463" algn="l" defTabSz="914400" rtl="0" eaLnBrk="1" latinLnBrk="0" hangingPunct="1">
                <a:lnSpc>
                  <a:spcPct val="100000"/>
                </a:lnSpc>
                <a:spcBef>
                  <a:spcPts val="500"/>
                </a:spcBef>
                <a:buFont typeface="Symbol" panose="05050102010706020507" pitchFamily="18" charset="2"/>
                <a:buChar char="-"/>
                <a:defRPr sz="1800" kern="1200">
                  <a:solidFill>
                    <a:schemeClr val="tx1"/>
                  </a:solidFill>
                  <a:latin typeface="+mn-lt"/>
                  <a:ea typeface="+mn-ea"/>
                  <a:cs typeface="+mn-cs"/>
                </a:defRPr>
              </a:lvl2pPr>
              <a:lvl3pPr marL="810000" indent="-270000" algn="l" defTabSz="914400" rtl="0" eaLnBrk="1" latinLnBrk="0" hangingPunct="1">
                <a:lnSpc>
                  <a:spcPct val="100000"/>
                </a:lnSpc>
                <a:spcBef>
                  <a:spcPts val="500"/>
                </a:spcBef>
                <a:buFont typeface="Symbol" panose="05050102010706020507" pitchFamily="18" charset="2"/>
                <a:buChar char="-"/>
                <a:defRPr sz="1800" kern="1200">
                  <a:solidFill>
                    <a:schemeClr val="tx1"/>
                  </a:solidFill>
                  <a:latin typeface="+mn-lt"/>
                  <a:ea typeface="+mn-ea"/>
                  <a:cs typeface="+mn-cs"/>
                </a:defRPr>
              </a:lvl3pPr>
              <a:lvl4pPr marL="1080000" indent="-271463" algn="l" defTabSz="914400" rtl="0" eaLnBrk="1" latinLnBrk="0" hangingPunct="1">
                <a:lnSpc>
                  <a:spcPct val="100000"/>
                </a:lnSpc>
                <a:spcBef>
                  <a:spcPts val="500"/>
                </a:spcBef>
                <a:buFont typeface="Symbol" panose="05050102010706020507" pitchFamily="18" charset="2"/>
                <a:buChar char="-"/>
                <a:defRPr sz="1800" kern="1200">
                  <a:solidFill>
                    <a:schemeClr val="tx1"/>
                  </a:solidFill>
                  <a:latin typeface="+mn-lt"/>
                  <a:ea typeface="+mn-ea"/>
                  <a:cs typeface="+mn-cs"/>
                </a:defRPr>
              </a:lvl4pPr>
              <a:lvl5pPr marL="1350000" indent="-270000" algn="l" defTabSz="914400" rtl="0" eaLnBrk="1" latinLnBrk="0" hangingPunct="1">
                <a:lnSpc>
                  <a:spcPct val="100000"/>
                </a:lnSpc>
                <a:spcBef>
                  <a:spcPts val="500"/>
                </a:spcBef>
                <a:buFont typeface="Symbol" panose="05050102010706020507" pitchFamily="18" charset="2"/>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algn="ctr"/>
              <a:r>
                <a:rPr lang="de-DE" dirty="0"/>
                <a:t>2,595 → 2,408 NOK</a:t>
              </a:r>
            </a:p>
          </p:txBody>
        </p:sp>
      </p:grpSp>
      <p:grpSp>
        <p:nvGrpSpPr>
          <p:cNvPr id="28" name="Gruppieren 27">
            <a:extLst>
              <a:ext uri="{FF2B5EF4-FFF2-40B4-BE49-F238E27FC236}">
                <a16:creationId xmlns:a16="http://schemas.microsoft.com/office/drawing/2014/main" id="{768AB2A1-9535-0F9D-44FD-41747F8BE797}"/>
              </a:ext>
            </a:extLst>
          </p:cNvPr>
          <p:cNvGrpSpPr/>
          <p:nvPr/>
        </p:nvGrpSpPr>
        <p:grpSpPr>
          <a:xfrm>
            <a:off x="1080000" y="5468583"/>
            <a:ext cx="9721350" cy="540000"/>
            <a:chOff x="1080000" y="4984644"/>
            <a:chExt cx="9721350" cy="540000"/>
          </a:xfrm>
        </p:grpSpPr>
        <p:sp>
          <p:nvSpPr>
            <p:cNvPr id="22" name="Textplatzhalter 31">
              <a:extLst>
                <a:ext uri="{FF2B5EF4-FFF2-40B4-BE49-F238E27FC236}">
                  <a16:creationId xmlns:a16="http://schemas.microsoft.com/office/drawing/2014/main" id="{B1DB0097-357C-EB16-A64C-E6F35B29F741}"/>
                </a:ext>
              </a:extLst>
            </p:cNvPr>
            <p:cNvSpPr txBox="1">
              <a:spLocks/>
            </p:cNvSpPr>
            <p:nvPr/>
          </p:nvSpPr>
          <p:spPr>
            <a:xfrm>
              <a:off x="1080000" y="4984644"/>
              <a:ext cx="3131999" cy="540000"/>
            </a:xfrm>
            <a:prstGeom prst="rect">
              <a:avLst/>
            </a:prstGeom>
          </p:spPr>
          <p:txBody>
            <a:bodyPr anchor="ctr"/>
            <a:lstStyle>
              <a:lvl1pPr marL="0" indent="0" algn="l" defTabSz="914400" rtl="0" eaLnBrk="1" latinLnBrk="0" hangingPunct="1">
                <a:lnSpc>
                  <a:spcPct val="100000"/>
                </a:lnSpc>
                <a:spcBef>
                  <a:spcPts val="1000"/>
                </a:spcBef>
                <a:buFont typeface="Arial" panose="020B0604020202020204" pitchFamily="34" charset="0"/>
                <a:buNone/>
                <a:defRPr sz="1800" kern="1200">
                  <a:solidFill>
                    <a:schemeClr val="tx1"/>
                  </a:solidFill>
                  <a:latin typeface="+mn-lt"/>
                  <a:ea typeface="+mn-ea"/>
                  <a:cs typeface="+mn-cs"/>
                </a:defRPr>
              </a:lvl1pPr>
              <a:lvl2pPr marL="538163" indent="-271463" algn="l" defTabSz="914400" rtl="0" eaLnBrk="1" latinLnBrk="0" hangingPunct="1">
                <a:lnSpc>
                  <a:spcPct val="100000"/>
                </a:lnSpc>
                <a:spcBef>
                  <a:spcPts val="500"/>
                </a:spcBef>
                <a:buFont typeface="Symbol" panose="05050102010706020507" pitchFamily="18" charset="2"/>
                <a:buChar char="-"/>
                <a:defRPr sz="1800" kern="1200">
                  <a:solidFill>
                    <a:schemeClr val="tx1"/>
                  </a:solidFill>
                  <a:latin typeface="+mn-lt"/>
                  <a:ea typeface="+mn-ea"/>
                  <a:cs typeface="+mn-cs"/>
                </a:defRPr>
              </a:lvl2pPr>
              <a:lvl3pPr marL="810000" indent="-270000" algn="l" defTabSz="914400" rtl="0" eaLnBrk="1" latinLnBrk="0" hangingPunct="1">
                <a:lnSpc>
                  <a:spcPct val="100000"/>
                </a:lnSpc>
                <a:spcBef>
                  <a:spcPts val="500"/>
                </a:spcBef>
                <a:buFont typeface="Symbol" panose="05050102010706020507" pitchFamily="18" charset="2"/>
                <a:buChar char="-"/>
                <a:defRPr sz="1800" kern="1200">
                  <a:solidFill>
                    <a:schemeClr val="tx1"/>
                  </a:solidFill>
                  <a:latin typeface="+mn-lt"/>
                  <a:ea typeface="+mn-ea"/>
                  <a:cs typeface="+mn-cs"/>
                </a:defRPr>
              </a:lvl3pPr>
              <a:lvl4pPr marL="1080000" indent="-271463" algn="l" defTabSz="914400" rtl="0" eaLnBrk="1" latinLnBrk="0" hangingPunct="1">
                <a:lnSpc>
                  <a:spcPct val="100000"/>
                </a:lnSpc>
                <a:spcBef>
                  <a:spcPts val="500"/>
                </a:spcBef>
                <a:buFont typeface="Symbol" panose="05050102010706020507" pitchFamily="18" charset="2"/>
                <a:buChar char="-"/>
                <a:defRPr sz="1800" kern="1200">
                  <a:solidFill>
                    <a:schemeClr val="tx1"/>
                  </a:solidFill>
                  <a:latin typeface="+mn-lt"/>
                  <a:ea typeface="+mn-ea"/>
                  <a:cs typeface="+mn-cs"/>
                </a:defRPr>
              </a:lvl4pPr>
              <a:lvl5pPr marL="1350000" indent="-270000" algn="l" defTabSz="914400" rtl="0" eaLnBrk="1" latinLnBrk="0" hangingPunct="1">
                <a:lnSpc>
                  <a:spcPct val="100000"/>
                </a:lnSpc>
                <a:spcBef>
                  <a:spcPts val="500"/>
                </a:spcBef>
                <a:buFont typeface="Symbol" panose="05050102010706020507" pitchFamily="18" charset="2"/>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algn="ctr"/>
              <a:r>
                <a:rPr lang="de-DE" dirty="0"/>
                <a:t>Latent </a:t>
              </a:r>
              <a:r>
                <a:rPr lang="de-DE" dirty="0" err="1"/>
                <a:t>churners</a:t>
              </a:r>
              <a:r>
                <a:rPr lang="de-DE" dirty="0"/>
                <a:t> </a:t>
              </a:r>
              <a:r>
                <a:rPr lang="de-DE" dirty="0" err="1"/>
                <a:t>inflate</a:t>
              </a:r>
              <a:r>
                <a:rPr lang="de-DE" dirty="0"/>
                <a:t> </a:t>
              </a:r>
              <a:r>
                <a:rPr lang="de-DE" dirty="0" err="1"/>
                <a:t>predictions</a:t>
              </a:r>
              <a:endParaRPr lang="de-DE" dirty="0"/>
            </a:p>
          </p:txBody>
        </p:sp>
        <p:sp>
          <p:nvSpPr>
            <p:cNvPr id="23" name="Textplatzhalter 31">
              <a:extLst>
                <a:ext uri="{FF2B5EF4-FFF2-40B4-BE49-F238E27FC236}">
                  <a16:creationId xmlns:a16="http://schemas.microsoft.com/office/drawing/2014/main" id="{7EC573C4-C692-2DF1-6276-61129A19C475}"/>
                </a:ext>
              </a:extLst>
            </p:cNvPr>
            <p:cNvSpPr txBox="1">
              <a:spLocks/>
            </p:cNvSpPr>
            <p:nvPr/>
          </p:nvSpPr>
          <p:spPr>
            <a:xfrm>
              <a:off x="4374675" y="4984644"/>
              <a:ext cx="3131999" cy="540000"/>
            </a:xfrm>
            <a:prstGeom prst="rect">
              <a:avLst/>
            </a:prstGeom>
          </p:spPr>
          <p:txBody>
            <a:bodyPr anchor="ctr"/>
            <a:lstStyle>
              <a:lvl1pPr marL="0" indent="0" algn="l" defTabSz="914400" rtl="0" eaLnBrk="1" latinLnBrk="0" hangingPunct="1">
                <a:lnSpc>
                  <a:spcPct val="100000"/>
                </a:lnSpc>
                <a:spcBef>
                  <a:spcPts val="1000"/>
                </a:spcBef>
                <a:buFont typeface="Arial" panose="020B0604020202020204" pitchFamily="34" charset="0"/>
                <a:buNone/>
                <a:defRPr sz="1800" kern="1200">
                  <a:solidFill>
                    <a:schemeClr val="tx1"/>
                  </a:solidFill>
                  <a:latin typeface="+mn-lt"/>
                  <a:ea typeface="+mn-ea"/>
                  <a:cs typeface="+mn-cs"/>
                </a:defRPr>
              </a:lvl1pPr>
              <a:lvl2pPr marL="538163" indent="-271463" algn="l" defTabSz="914400" rtl="0" eaLnBrk="1" latinLnBrk="0" hangingPunct="1">
                <a:lnSpc>
                  <a:spcPct val="100000"/>
                </a:lnSpc>
                <a:spcBef>
                  <a:spcPts val="500"/>
                </a:spcBef>
                <a:buFont typeface="Symbol" panose="05050102010706020507" pitchFamily="18" charset="2"/>
                <a:buChar char="-"/>
                <a:defRPr sz="1800" kern="1200">
                  <a:solidFill>
                    <a:schemeClr val="tx1"/>
                  </a:solidFill>
                  <a:latin typeface="+mn-lt"/>
                  <a:ea typeface="+mn-ea"/>
                  <a:cs typeface="+mn-cs"/>
                </a:defRPr>
              </a:lvl2pPr>
              <a:lvl3pPr marL="810000" indent="-270000" algn="l" defTabSz="914400" rtl="0" eaLnBrk="1" latinLnBrk="0" hangingPunct="1">
                <a:lnSpc>
                  <a:spcPct val="100000"/>
                </a:lnSpc>
                <a:spcBef>
                  <a:spcPts val="500"/>
                </a:spcBef>
                <a:buFont typeface="Symbol" panose="05050102010706020507" pitchFamily="18" charset="2"/>
                <a:buChar char="-"/>
                <a:defRPr sz="1800" kern="1200">
                  <a:solidFill>
                    <a:schemeClr val="tx1"/>
                  </a:solidFill>
                  <a:latin typeface="+mn-lt"/>
                  <a:ea typeface="+mn-ea"/>
                  <a:cs typeface="+mn-cs"/>
                </a:defRPr>
              </a:lvl3pPr>
              <a:lvl4pPr marL="1080000" indent="-271463" algn="l" defTabSz="914400" rtl="0" eaLnBrk="1" latinLnBrk="0" hangingPunct="1">
                <a:lnSpc>
                  <a:spcPct val="100000"/>
                </a:lnSpc>
                <a:spcBef>
                  <a:spcPts val="500"/>
                </a:spcBef>
                <a:buFont typeface="Symbol" panose="05050102010706020507" pitchFamily="18" charset="2"/>
                <a:buChar char="-"/>
                <a:defRPr sz="1800" kern="1200">
                  <a:solidFill>
                    <a:schemeClr val="tx1"/>
                  </a:solidFill>
                  <a:latin typeface="+mn-lt"/>
                  <a:ea typeface="+mn-ea"/>
                  <a:cs typeface="+mn-cs"/>
                </a:defRPr>
              </a:lvl4pPr>
              <a:lvl5pPr marL="1350000" indent="-270000" algn="l" defTabSz="914400" rtl="0" eaLnBrk="1" latinLnBrk="0" hangingPunct="1">
                <a:lnSpc>
                  <a:spcPct val="100000"/>
                </a:lnSpc>
                <a:spcBef>
                  <a:spcPts val="500"/>
                </a:spcBef>
                <a:buFont typeface="Symbol" panose="05050102010706020507" pitchFamily="18" charset="2"/>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algn="ctr"/>
              <a:r>
                <a:rPr lang="de-DE" dirty="0"/>
                <a:t>Hybrid Two-Stage Model</a:t>
              </a:r>
            </a:p>
          </p:txBody>
        </p:sp>
        <p:sp>
          <p:nvSpPr>
            <p:cNvPr id="24" name="Textplatzhalter 31">
              <a:extLst>
                <a:ext uri="{FF2B5EF4-FFF2-40B4-BE49-F238E27FC236}">
                  <a16:creationId xmlns:a16="http://schemas.microsoft.com/office/drawing/2014/main" id="{E6959372-BC93-2314-E245-EFA40F7D1740}"/>
                </a:ext>
              </a:extLst>
            </p:cNvPr>
            <p:cNvSpPr txBox="1">
              <a:spLocks/>
            </p:cNvSpPr>
            <p:nvPr/>
          </p:nvSpPr>
          <p:spPr>
            <a:xfrm>
              <a:off x="7669351" y="4984644"/>
              <a:ext cx="3131999" cy="540000"/>
            </a:xfrm>
            <a:prstGeom prst="rect">
              <a:avLst/>
            </a:prstGeom>
          </p:spPr>
          <p:txBody>
            <a:bodyPr anchor="ctr"/>
            <a:lstStyle>
              <a:lvl1pPr marL="0" indent="0" algn="l" defTabSz="914400" rtl="0" eaLnBrk="1" latinLnBrk="0" hangingPunct="1">
                <a:lnSpc>
                  <a:spcPct val="100000"/>
                </a:lnSpc>
                <a:spcBef>
                  <a:spcPts val="1000"/>
                </a:spcBef>
                <a:buFont typeface="Arial" panose="020B0604020202020204" pitchFamily="34" charset="0"/>
                <a:buNone/>
                <a:defRPr sz="1800" kern="1200">
                  <a:solidFill>
                    <a:schemeClr val="tx1"/>
                  </a:solidFill>
                  <a:latin typeface="+mn-lt"/>
                  <a:ea typeface="+mn-ea"/>
                  <a:cs typeface="+mn-cs"/>
                </a:defRPr>
              </a:lvl1pPr>
              <a:lvl2pPr marL="538163" indent="-271463" algn="l" defTabSz="914400" rtl="0" eaLnBrk="1" latinLnBrk="0" hangingPunct="1">
                <a:lnSpc>
                  <a:spcPct val="100000"/>
                </a:lnSpc>
                <a:spcBef>
                  <a:spcPts val="500"/>
                </a:spcBef>
                <a:buFont typeface="Symbol" panose="05050102010706020507" pitchFamily="18" charset="2"/>
                <a:buChar char="-"/>
                <a:defRPr sz="1800" kern="1200">
                  <a:solidFill>
                    <a:schemeClr val="tx1"/>
                  </a:solidFill>
                  <a:latin typeface="+mn-lt"/>
                  <a:ea typeface="+mn-ea"/>
                  <a:cs typeface="+mn-cs"/>
                </a:defRPr>
              </a:lvl2pPr>
              <a:lvl3pPr marL="810000" indent="-270000" algn="l" defTabSz="914400" rtl="0" eaLnBrk="1" latinLnBrk="0" hangingPunct="1">
                <a:lnSpc>
                  <a:spcPct val="100000"/>
                </a:lnSpc>
                <a:spcBef>
                  <a:spcPts val="500"/>
                </a:spcBef>
                <a:buFont typeface="Symbol" panose="05050102010706020507" pitchFamily="18" charset="2"/>
                <a:buChar char="-"/>
                <a:defRPr sz="1800" kern="1200">
                  <a:solidFill>
                    <a:schemeClr val="tx1"/>
                  </a:solidFill>
                  <a:latin typeface="+mn-lt"/>
                  <a:ea typeface="+mn-ea"/>
                  <a:cs typeface="+mn-cs"/>
                </a:defRPr>
              </a:lvl3pPr>
              <a:lvl4pPr marL="1080000" indent="-271463" algn="l" defTabSz="914400" rtl="0" eaLnBrk="1" latinLnBrk="0" hangingPunct="1">
                <a:lnSpc>
                  <a:spcPct val="100000"/>
                </a:lnSpc>
                <a:spcBef>
                  <a:spcPts val="500"/>
                </a:spcBef>
                <a:buFont typeface="Symbol" panose="05050102010706020507" pitchFamily="18" charset="2"/>
                <a:buChar char="-"/>
                <a:defRPr sz="1800" kern="1200">
                  <a:solidFill>
                    <a:schemeClr val="tx1"/>
                  </a:solidFill>
                  <a:latin typeface="+mn-lt"/>
                  <a:ea typeface="+mn-ea"/>
                  <a:cs typeface="+mn-cs"/>
                </a:defRPr>
              </a:lvl4pPr>
              <a:lvl5pPr marL="1350000" indent="-270000" algn="l" defTabSz="914400" rtl="0" eaLnBrk="1" latinLnBrk="0" hangingPunct="1">
                <a:lnSpc>
                  <a:spcPct val="100000"/>
                </a:lnSpc>
                <a:spcBef>
                  <a:spcPts val="500"/>
                </a:spcBef>
                <a:buFont typeface="Symbol" panose="05050102010706020507" pitchFamily="18" charset="2"/>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algn="ctr"/>
              <a:r>
                <a:rPr lang="de-DE" dirty="0"/>
                <a:t>2,408 → 2,387 NOK</a:t>
              </a:r>
            </a:p>
          </p:txBody>
        </p:sp>
      </p:grpSp>
      <p:pic>
        <p:nvPicPr>
          <p:cNvPr id="29" name="Graphic 3" descr="Badge 1 with solid fill">
            <a:extLst>
              <a:ext uri="{FF2B5EF4-FFF2-40B4-BE49-F238E27FC236}">
                <a16:creationId xmlns:a16="http://schemas.microsoft.com/office/drawing/2014/main" id="{0CCA921C-9998-E2B3-9917-D5EDE52A19B7}"/>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578069" y="2318355"/>
            <a:ext cx="501930" cy="501930"/>
          </a:xfrm>
          <a:prstGeom prst="rect">
            <a:avLst/>
          </a:prstGeom>
        </p:spPr>
      </p:pic>
      <p:pic>
        <p:nvPicPr>
          <p:cNvPr id="30" name="Graphic 10" descr="Badge with solid fill">
            <a:extLst>
              <a:ext uri="{FF2B5EF4-FFF2-40B4-BE49-F238E27FC236}">
                <a16:creationId xmlns:a16="http://schemas.microsoft.com/office/drawing/2014/main" id="{12E32170-1A81-9AEC-DF7E-7F324A997CBA}"/>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578069" y="3428877"/>
            <a:ext cx="501930" cy="501930"/>
          </a:xfrm>
          <a:prstGeom prst="rect">
            <a:avLst/>
          </a:prstGeom>
        </p:spPr>
      </p:pic>
      <p:pic>
        <p:nvPicPr>
          <p:cNvPr id="31" name="Graphic 13" descr="Badge 3 with solid fill">
            <a:extLst>
              <a:ext uri="{FF2B5EF4-FFF2-40B4-BE49-F238E27FC236}">
                <a16:creationId xmlns:a16="http://schemas.microsoft.com/office/drawing/2014/main" id="{A4C5F34B-C32F-DEEA-0C89-F021BE73F808}"/>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578069" y="4436964"/>
            <a:ext cx="501930" cy="501930"/>
          </a:xfrm>
          <a:prstGeom prst="rect">
            <a:avLst/>
          </a:prstGeom>
        </p:spPr>
      </p:pic>
      <p:pic>
        <p:nvPicPr>
          <p:cNvPr id="37" name="Inhaltsplatzhalter 99">
            <a:extLst>
              <a:ext uri="{FF2B5EF4-FFF2-40B4-BE49-F238E27FC236}">
                <a16:creationId xmlns:a16="http://schemas.microsoft.com/office/drawing/2014/main" id="{C2C4CDEC-88EF-0A85-1C0C-236FB8444228}"/>
              </a:ext>
            </a:extLst>
          </p:cNvPr>
          <p:cNvPicPr>
            <a:picLocks noChangeAspect="1"/>
          </p:cNvPicPr>
          <p:nvPr/>
        </p:nvPicPr>
        <p:blipFill>
          <a:blip cstate="print">
            <a:extLst>
              <a:ext uri="{28A0092B-C50C-407E-A947-70E740481C1C}">
                <a14:useLocalDpi xmlns:a14="http://schemas.microsoft.com/office/drawing/2010/main" val="0"/>
              </a:ext>
              <a:ext uri="{96DAC541-7B7A-43D3-8B79-37D633B846F1}">
                <asvg:svgBlip xmlns:asvg="http://schemas.microsoft.com/office/drawing/2016/SVG/main" r:embed="rId6"/>
              </a:ext>
            </a:extLst>
          </a:blip>
          <a:stretch>
            <a:fillRect/>
          </a:stretch>
        </p:blipFill>
        <p:spPr bwMode="auto">
          <a:xfrm>
            <a:off x="1079999" y="1308382"/>
            <a:ext cx="539750" cy="539750"/>
          </a:xfrm>
          <a:prstGeom prst="rect">
            <a:avLst/>
          </a:prstGeom>
          <a:noFill/>
          <a:ln>
            <a:noFill/>
          </a:ln>
        </p:spPr>
      </p:pic>
      <p:pic>
        <p:nvPicPr>
          <p:cNvPr id="38" name="Inhaltsplatzhalter 100">
            <a:extLst>
              <a:ext uri="{FF2B5EF4-FFF2-40B4-BE49-F238E27FC236}">
                <a16:creationId xmlns:a16="http://schemas.microsoft.com/office/drawing/2014/main" id="{9FD4F576-E989-409A-3225-B28F4737FA6B}"/>
              </a:ext>
            </a:extLst>
          </p:cNvPr>
          <p:cNvPicPr>
            <a:picLocks noChangeAspect="1"/>
          </p:cNvPicPr>
          <p:nvPr/>
        </p:nvPicPr>
        <p:blipFill>
          <a:blip cstate="print">
            <a:extLst>
              <a:ext uri="{28A0092B-C50C-407E-A947-70E740481C1C}">
                <a14:useLocalDpi xmlns:a14="http://schemas.microsoft.com/office/drawing/2010/main" val="0"/>
              </a:ext>
              <a:ext uri="{96DAC541-7B7A-43D3-8B79-37D633B846F1}">
                <asvg:svgBlip xmlns:asvg="http://schemas.microsoft.com/office/drawing/2016/SVG/main" r:embed="rId7"/>
              </a:ext>
            </a:extLst>
          </a:blip>
          <a:stretch>
            <a:fillRect/>
          </a:stretch>
        </p:blipFill>
        <p:spPr>
          <a:xfrm>
            <a:off x="4374675" y="1308132"/>
            <a:ext cx="540000" cy="540000"/>
          </a:xfrm>
          <a:prstGeom prst="rect">
            <a:avLst/>
          </a:prstGeom>
        </p:spPr>
      </p:pic>
      <p:pic>
        <p:nvPicPr>
          <p:cNvPr id="39" name="Inhaltsplatzhalter 70">
            <a:extLst>
              <a:ext uri="{FF2B5EF4-FFF2-40B4-BE49-F238E27FC236}">
                <a16:creationId xmlns:a16="http://schemas.microsoft.com/office/drawing/2014/main" id="{4DDF1926-360E-B831-6BD4-4393846F0645}"/>
              </a:ext>
            </a:extLst>
          </p:cNvPr>
          <p:cNvPicPr>
            <a:picLocks noChangeAspect="1"/>
          </p:cNvPicPr>
          <p:nvPr/>
        </p:nvPicPr>
        <p:blipFill>
          <a:blip cstate="print">
            <a:extLst>
              <a:ext uri="{28A0092B-C50C-407E-A947-70E740481C1C}">
                <a14:useLocalDpi xmlns:a14="http://schemas.microsoft.com/office/drawing/2010/main" val="0"/>
              </a:ext>
              <a:ext uri="{96DAC541-7B7A-43D3-8B79-37D633B846F1}">
                <asvg:svgBlip xmlns:asvg="http://schemas.microsoft.com/office/drawing/2016/SVG/main" r:embed="rId8"/>
              </a:ext>
            </a:extLst>
          </a:blip>
          <a:stretch>
            <a:fillRect/>
          </a:stretch>
        </p:blipFill>
        <p:spPr bwMode="auto">
          <a:xfrm>
            <a:off x="7669351" y="1308132"/>
            <a:ext cx="540000" cy="540000"/>
          </a:xfrm>
          <a:prstGeom prst="rect">
            <a:avLst/>
          </a:prstGeom>
          <a:noFill/>
          <a:ln>
            <a:noFill/>
          </a:ln>
        </p:spPr>
      </p:pic>
      <p:pic>
        <p:nvPicPr>
          <p:cNvPr id="41" name="Grafik 40" descr="Marke 4 mit einfarbiger Füllung">
            <a:extLst>
              <a:ext uri="{FF2B5EF4-FFF2-40B4-BE49-F238E27FC236}">
                <a16:creationId xmlns:a16="http://schemas.microsoft.com/office/drawing/2014/main" id="{4C0F322F-B4C7-8B33-55F5-C06F2EB27AB2}"/>
              </a:ext>
            </a:extLst>
          </p:cNvPr>
          <p:cNvPicPr>
            <a:picLocks noChangeAspect="1"/>
          </p:cNvPicPr>
          <p:nvPr/>
        </p:nvPicPr>
        <p:blipFill>
          <a:blip>
            <a:extLst>
              <a:ext uri="{96DAC541-7B7A-43D3-8B79-37D633B846F1}">
                <asvg:svgBlip xmlns:asvg="http://schemas.microsoft.com/office/drawing/2016/SVG/main" r:embed="rId9"/>
              </a:ext>
            </a:extLst>
          </a:blip>
          <a:stretch>
            <a:fillRect/>
          </a:stretch>
        </p:blipFill>
        <p:spPr>
          <a:xfrm>
            <a:off x="578069" y="5487618"/>
            <a:ext cx="501930" cy="501930"/>
          </a:xfrm>
          <a:prstGeom prst="rect">
            <a:avLst/>
          </a:prstGeom>
        </p:spPr>
      </p:pic>
    </p:spTree>
    <p:extLst>
      <p:ext uri="{BB962C8B-B14F-4D97-AF65-F5344CB8AC3E}">
        <p14:creationId xmlns:p14="http://schemas.microsoft.com/office/powerpoint/2010/main" val="336547011"/>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EE63B40-9D88-A698-342B-D4BF475EFCD5}"/>
            </a:ext>
          </a:extLst>
        </p:cNvPr>
        <p:cNvGrpSpPr/>
        <p:nvPr/>
      </p:nvGrpSpPr>
      <p:grpSpPr>
        <a:xfrm>
          <a:off x="0" y="0"/>
          <a:ext cx="0" cy="0"/>
          <a:chOff x="0" y="0"/>
          <a:chExt cx="0" cy="0"/>
        </a:xfrm>
      </p:grpSpPr>
      <p:sp>
        <p:nvSpPr>
          <p:cNvPr id="2" name="Titel 1">
            <a:extLst>
              <a:ext uri="{FF2B5EF4-FFF2-40B4-BE49-F238E27FC236}">
                <a16:creationId xmlns:a16="http://schemas.microsoft.com/office/drawing/2014/main" id="{976B756B-35C0-3FFD-A560-EC5A51C51C84}"/>
              </a:ext>
            </a:extLst>
          </p:cNvPr>
          <p:cNvSpPr>
            <a:spLocks noGrp="1"/>
          </p:cNvSpPr>
          <p:nvPr>
            <p:ph type="title"/>
          </p:nvPr>
        </p:nvSpPr>
        <p:spPr/>
        <p:txBody>
          <a:bodyPr/>
          <a:lstStyle/>
          <a:p>
            <a:r>
              <a:rPr lang="de-DE" dirty="0"/>
              <a:t>Hybrid Two-Stage Model</a:t>
            </a:r>
            <a:endParaRPr lang="en-US" dirty="0"/>
          </a:p>
        </p:txBody>
      </p:sp>
      <p:sp>
        <p:nvSpPr>
          <p:cNvPr id="4" name="Datumsplatzhalter 3">
            <a:extLst>
              <a:ext uri="{FF2B5EF4-FFF2-40B4-BE49-F238E27FC236}">
                <a16:creationId xmlns:a16="http://schemas.microsoft.com/office/drawing/2014/main" id="{632D7C39-11CC-C55F-0198-7B9D102B865B}"/>
              </a:ext>
            </a:extLst>
          </p:cNvPr>
          <p:cNvSpPr>
            <a:spLocks noGrp="1"/>
          </p:cNvSpPr>
          <p:nvPr>
            <p:ph type="dt" sz="half" idx="10"/>
          </p:nvPr>
        </p:nvSpPr>
        <p:spPr/>
        <p:txBody>
          <a:bodyPr/>
          <a:lstStyle/>
          <a:p>
            <a:fld id="{11B96697-4585-4368-989A-16003D150648}" type="datetime1">
              <a:rPr lang="de-CH" noProof="0" smtClean="0"/>
              <a:t>28.04.2026</a:t>
            </a:fld>
            <a:endParaRPr lang="de-CH" noProof="0"/>
          </a:p>
        </p:txBody>
      </p:sp>
      <p:sp>
        <p:nvSpPr>
          <p:cNvPr id="5" name="Fußzeilenplatzhalter 4">
            <a:extLst>
              <a:ext uri="{FF2B5EF4-FFF2-40B4-BE49-F238E27FC236}">
                <a16:creationId xmlns:a16="http://schemas.microsoft.com/office/drawing/2014/main" id="{6EE2FA85-0A95-2924-3338-1C73798A4F52}"/>
              </a:ext>
            </a:extLst>
          </p:cNvPr>
          <p:cNvSpPr>
            <a:spLocks noGrp="1"/>
          </p:cNvSpPr>
          <p:nvPr>
            <p:ph type="ftr" sz="quarter" idx="11"/>
          </p:nvPr>
        </p:nvSpPr>
        <p:spPr/>
        <p:txBody>
          <a:bodyPr/>
          <a:lstStyle/>
          <a:p>
            <a:r>
              <a:rPr lang="de-DE" noProof="0"/>
              <a:t>Organisationseinheit verbal</a:t>
            </a:r>
            <a:endParaRPr lang="de-CH" noProof="0"/>
          </a:p>
        </p:txBody>
      </p:sp>
      <p:sp>
        <p:nvSpPr>
          <p:cNvPr id="6" name="Foliennummernplatzhalter 5">
            <a:extLst>
              <a:ext uri="{FF2B5EF4-FFF2-40B4-BE49-F238E27FC236}">
                <a16:creationId xmlns:a16="http://schemas.microsoft.com/office/drawing/2014/main" id="{91F371B2-FB30-D8D1-7475-8FF93F5EB58E}"/>
              </a:ext>
            </a:extLst>
          </p:cNvPr>
          <p:cNvSpPr>
            <a:spLocks noGrp="1"/>
          </p:cNvSpPr>
          <p:nvPr>
            <p:ph type="sldNum" sz="quarter" idx="12"/>
          </p:nvPr>
        </p:nvSpPr>
        <p:spPr/>
        <p:txBody>
          <a:bodyPr/>
          <a:lstStyle/>
          <a:p>
            <a:fld id="{5ACA52AF-F19D-405C-AD5F-7D94B96A5CC3}" type="slidenum">
              <a:rPr lang="de-CH" noProof="0" smtClean="0"/>
              <a:t>5</a:t>
            </a:fld>
            <a:endParaRPr lang="de-CH" noProof="0"/>
          </a:p>
        </p:txBody>
      </p:sp>
      <p:sp>
        <p:nvSpPr>
          <p:cNvPr id="9" name="Ellipse 8">
            <a:extLst>
              <a:ext uri="{FF2B5EF4-FFF2-40B4-BE49-F238E27FC236}">
                <a16:creationId xmlns:a16="http://schemas.microsoft.com/office/drawing/2014/main" id="{F21A652C-EF5F-361C-1C3F-867324111F17}"/>
              </a:ext>
            </a:extLst>
          </p:cNvPr>
          <p:cNvSpPr>
            <a:spLocks noChangeAspect="1"/>
          </p:cNvSpPr>
          <p:nvPr/>
        </p:nvSpPr>
        <p:spPr>
          <a:xfrm>
            <a:off x="302952" y="1692912"/>
            <a:ext cx="975043" cy="975043"/>
          </a:xfrm>
          <a:prstGeom prst="ellipse">
            <a:avLst/>
          </a:prstGeom>
          <a:solidFill>
            <a:srgbClr val="007894"/>
          </a:solidFill>
          <a:ln>
            <a:solidFill>
              <a:srgbClr val="215CA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de-DE" dirty="0"/>
              <a:t>Start</a:t>
            </a:r>
            <a:endParaRPr lang="en-US" dirty="0"/>
          </a:p>
        </p:txBody>
      </p:sp>
      <p:sp>
        <p:nvSpPr>
          <p:cNvPr id="11" name="Rechteck 10">
            <a:extLst>
              <a:ext uri="{FF2B5EF4-FFF2-40B4-BE49-F238E27FC236}">
                <a16:creationId xmlns:a16="http://schemas.microsoft.com/office/drawing/2014/main" id="{64349104-A0CA-60BD-98A3-E776BC66E1FC}"/>
              </a:ext>
            </a:extLst>
          </p:cNvPr>
          <p:cNvSpPr/>
          <p:nvPr/>
        </p:nvSpPr>
        <p:spPr>
          <a:xfrm>
            <a:off x="1742816" y="1692912"/>
            <a:ext cx="1882141" cy="975043"/>
          </a:xfrm>
          <a:prstGeom prst="rect">
            <a:avLst/>
          </a:prstGeom>
          <a:solidFill>
            <a:srgbClr val="007894"/>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de-DE" b="1" dirty="0" err="1"/>
              <a:t>LightGBM</a:t>
            </a:r>
            <a:r>
              <a:rPr lang="de-DE" b="1" dirty="0"/>
              <a:t> </a:t>
            </a:r>
            <a:r>
              <a:rPr lang="de-DE" b="1" dirty="0" err="1"/>
              <a:t>Classifier</a:t>
            </a:r>
            <a:endParaRPr lang="en-US" b="1" dirty="0"/>
          </a:p>
        </p:txBody>
      </p:sp>
      <p:sp>
        <p:nvSpPr>
          <p:cNvPr id="12" name="Raute 11">
            <a:extLst>
              <a:ext uri="{FF2B5EF4-FFF2-40B4-BE49-F238E27FC236}">
                <a16:creationId xmlns:a16="http://schemas.microsoft.com/office/drawing/2014/main" id="{AA56B318-D467-1B6A-3063-754BA3752937}"/>
              </a:ext>
            </a:extLst>
          </p:cNvPr>
          <p:cNvSpPr/>
          <p:nvPr/>
        </p:nvSpPr>
        <p:spPr>
          <a:xfrm>
            <a:off x="4091303" y="1692912"/>
            <a:ext cx="1588322" cy="975043"/>
          </a:xfrm>
          <a:prstGeom prst="diamond">
            <a:avLst/>
          </a:prstGeom>
          <a:solidFill>
            <a:srgbClr val="007894"/>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de-DE" dirty="0" err="1"/>
              <a:t>Churned</a:t>
            </a:r>
            <a:r>
              <a:rPr lang="de-DE" dirty="0"/>
              <a:t>?</a:t>
            </a:r>
            <a:endParaRPr lang="en-US" dirty="0"/>
          </a:p>
        </p:txBody>
      </p:sp>
      <p:sp>
        <p:nvSpPr>
          <p:cNvPr id="15" name="Rechteck 14">
            <a:extLst>
              <a:ext uri="{FF2B5EF4-FFF2-40B4-BE49-F238E27FC236}">
                <a16:creationId xmlns:a16="http://schemas.microsoft.com/office/drawing/2014/main" id="{42F352B7-E43C-0161-731C-C1898195F47B}"/>
              </a:ext>
            </a:extLst>
          </p:cNvPr>
          <p:cNvSpPr/>
          <p:nvPr/>
        </p:nvSpPr>
        <p:spPr>
          <a:xfrm>
            <a:off x="6547177" y="950639"/>
            <a:ext cx="2346962" cy="975043"/>
          </a:xfrm>
          <a:prstGeom prst="rect">
            <a:avLst/>
          </a:prstGeom>
          <a:solidFill>
            <a:srgbClr val="007894"/>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de-DE" b="1" dirty="0"/>
              <a:t>Single-Stage </a:t>
            </a:r>
            <a:r>
              <a:rPr lang="de-DE" b="1" dirty="0" err="1"/>
              <a:t>LightGBM</a:t>
            </a:r>
            <a:r>
              <a:rPr lang="de-DE" b="1" dirty="0"/>
              <a:t> Regressor </a:t>
            </a:r>
            <a:endParaRPr lang="en-US" b="1" dirty="0"/>
          </a:p>
        </p:txBody>
      </p:sp>
      <p:sp>
        <p:nvSpPr>
          <p:cNvPr id="16" name="Parallelogramm 15">
            <a:extLst>
              <a:ext uri="{FF2B5EF4-FFF2-40B4-BE49-F238E27FC236}">
                <a16:creationId xmlns:a16="http://schemas.microsoft.com/office/drawing/2014/main" id="{568E6531-E5E2-8296-2A92-F86DAAE8D1D4}"/>
              </a:ext>
            </a:extLst>
          </p:cNvPr>
          <p:cNvSpPr/>
          <p:nvPr/>
        </p:nvSpPr>
        <p:spPr>
          <a:xfrm>
            <a:off x="6412992" y="2466102"/>
            <a:ext cx="2517723" cy="975043"/>
          </a:xfrm>
          <a:prstGeom prst="parallelogram">
            <a:avLst/>
          </a:prstGeom>
          <a:solidFill>
            <a:srgbClr val="007894"/>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de-DE" b="1" dirty="0"/>
              <a:t>Set CLV = 0 </a:t>
            </a:r>
            <a:endParaRPr lang="en-US" b="1" dirty="0"/>
          </a:p>
        </p:txBody>
      </p:sp>
      <p:cxnSp>
        <p:nvCxnSpPr>
          <p:cNvPr id="18" name="Gerade Verbindung mit Pfeil 17">
            <a:extLst>
              <a:ext uri="{FF2B5EF4-FFF2-40B4-BE49-F238E27FC236}">
                <a16:creationId xmlns:a16="http://schemas.microsoft.com/office/drawing/2014/main" id="{BB614301-4E7D-FD57-8726-1BBCD87310CD}"/>
              </a:ext>
            </a:extLst>
          </p:cNvPr>
          <p:cNvCxnSpPr>
            <a:stCxn id="9" idx="6"/>
          </p:cNvCxnSpPr>
          <p:nvPr/>
        </p:nvCxnSpPr>
        <p:spPr>
          <a:xfrm>
            <a:off x="1277995" y="2180434"/>
            <a:ext cx="464821" cy="0"/>
          </a:xfrm>
          <a:prstGeom prst="straightConnector1">
            <a:avLst/>
          </a:prstGeom>
          <a:ln w="12700">
            <a:solidFill>
              <a:srgbClr val="007894"/>
            </a:solidFill>
            <a:tailEnd type="triangle"/>
          </a:ln>
        </p:spPr>
        <p:style>
          <a:lnRef idx="1">
            <a:schemeClr val="accent1"/>
          </a:lnRef>
          <a:fillRef idx="0">
            <a:schemeClr val="accent1"/>
          </a:fillRef>
          <a:effectRef idx="0">
            <a:schemeClr val="accent1"/>
          </a:effectRef>
          <a:fontRef idx="minor">
            <a:schemeClr val="tx1"/>
          </a:fontRef>
        </p:style>
      </p:cxnSp>
      <p:cxnSp>
        <p:nvCxnSpPr>
          <p:cNvPr id="20" name="Gerade Verbindung mit Pfeil 19">
            <a:extLst>
              <a:ext uri="{FF2B5EF4-FFF2-40B4-BE49-F238E27FC236}">
                <a16:creationId xmlns:a16="http://schemas.microsoft.com/office/drawing/2014/main" id="{E71DB375-50A8-D5D3-F8BB-72E4E3DFB11E}"/>
              </a:ext>
            </a:extLst>
          </p:cNvPr>
          <p:cNvCxnSpPr>
            <a:cxnSpLocks/>
            <a:stCxn id="11" idx="3"/>
            <a:endCxn id="12" idx="1"/>
          </p:cNvCxnSpPr>
          <p:nvPr/>
        </p:nvCxnSpPr>
        <p:spPr>
          <a:xfrm>
            <a:off x="3624957" y="2180434"/>
            <a:ext cx="466346" cy="0"/>
          </a:xfrm>
          <a:prstGeom prst="straightConnector1">
            <a:avLst/>
          </a:prstGeom>
          <a:ln w="12700">
            <a:solidFill>
              <a:srgbClr val="007894"/>
            </a:solidFill>
            <a:tailEnd type="triangle"/>
          </a:ln>
        </p:spPr>
        <p:style>
          <a:lnRef idx="1">
            <a:schemeClr val="accent1"/>
          </a:lnRef>
          <a:fillRef idx="0">
            <a:schemeClr val="accent1"/>
          </a:fillRef>
          <a:effectRef idx="0">
            <a:schemeClr val="accent1"/>
          </a:effectRef>
          <a:fontRef idx="minor">
            <a:schemeClr val="tx1"/>
          </a:fontRef>
        </p:style>
      </p:cxnSp>
      <p:cxnSp>
        <p:nvCxnSpPr>
          <p:cNvPr id="22" name="Verbinder: gewinkelt 21">
            <a:extLst>
              <a:ext uri="{FF2B5EF4-FFF2-40B4-BE49-F238E27FC236}">
                <a16:creationId xmlns:a16="http://schemas.microsoft.com/office/drawing/2014/main" id="{6364E69B-14FE-F202-591E-C9EB468992A4}"/>
              </a:ext>
            </a:extLst>
          </p:cNvPr>
          <p:cNvCxnSpPr>
            <a:cxnSpLocks/>
            <a:stCxn id="12" idx="0"/>
            <a:endCxn id="15" idx="1"/>
          </p:cNvCxnSpPr>
          <p:nvPr/>
        </p:nvCxnSpPr>
        <p:spPr>
          <a:xfrm rot="5400000" flipH="1" flipV="1">
            <a:off x="5588945" y="734681"/>
            <a:ext cx="254751" cy="1661713"/>
          </a:xfrm>
          <a:prstGeom prst="bentConnector2">
            <a:avLst/>
          </a:prstGeom>
          <a:ln w="12700">
            <a:solidFill>
              <a:srgbClr val="007894"/>
            </a:solidFill>
            <a:tailEnd type="triangle"/>
          </a:ln>
        </p:spPr>
        <p:style>
          <a:lnRef idx="1">
            <a:schemeClr val="accent1"/>
          </a:lnRef>
          <a:fillRef idx="0">
            <a:schemeClr val="accent1"/>
          </a:fillRef>
          <a:effectRef idx="0">
            <a:schemeClr val="accent1"/>
          </a:effectRef>
          <a:fontRef idx="minor">
            <a:schemeClr val="tx1"/>
          </a:fontRef>
        </p:style>
      </p:cxnSp>
      <p:cxnSp>
        <p:nvCxnSpPr>
          <p:cNvPr id="21" name="Verbinder: gewinkelt 20">
            <a:extLst>
              <a:ext uri="{FF2B5EF4-FFF2-40B4-BE49-F238E27FC236}">
                <a16:creationId xmlns:a16="http://schemas.microsoft.com/office/drawing/2014/main" id="{62A4303F-9859-1655-63B2-C55658DBD47D}"/>
              </a:ext>
            </a:extLst>
          </p:cNvPr>
          <p:cNvCxnSpPr>
            <a:stCxn id="12" idx="2"/>
          </p:cNvCxnSpPr>
          <p:nvPr/>
        </p:nvCxnSpPr>
        <p:spPr>
          <a:xfrm rot="16200000" flipH="1">
            <a:off x="5573486" y="1979932"/>
            <a:ext cx="285669" cy="1661713"/>
          </a:xfrm>
          <a:prstGeom prst="bentConnector2">
            <a:avLst/>
          </a:prstGeom>
          <a:ln w="12700">
            <a:solidFill>
              <a:srgbClr val="007894"/>
            </a:solidFill>
            <a:tailEnd type="triangle"/>
          </a:ln>
        </p:spPr>
        <p:style>
          <a:lnRef idx="1">
            <a:schemeClr val="accent1"/>
          </a:lnRef>
          <a:fillRef idx="0">
            <a:schemeClr val="accent1"/>
          </a:fillRef>
          <a:effectRef idx="0">
            <a:schemeClr val="accent1"/>
          </a:effectRef>
          <a:fontRef idx="minor">
            <a:schemeClr val="tx1"/>
          </a:fontRef>
        </p:style>
      </p:cxnSp>
      <p:sp>
        <p:nvSpPr>
          <p:cNvPr id="24" name="Textfeld 23">
            <a:extLst>
              <a:ext uri="{FF2B5EF4-FFF2-40B4-BE49-F238E27FC236}">
                <a16:creationId xmlns:a16="http://schemas.microsoft.com/office/drawing/2014/main" id="{CF6D6DE5-8AC4-89E0-8796-D03B8F4C9478}"/>
              </a:ext>
            </a:extLst>
          </p:cNvPr>
          <p:cNvSpPr txBox="1"/>
          <p:nvPr/>
        </p:nvSpPr>
        <p:spPr>
          <a:xfrm>
            <a:off x="5545981" y="1090811"/>
            <a:ext cx="1403927" cy="369332"/>
          </a:xfrm>
          <a:prstGeom prst="rect">
            <a:avLst/>
          </a:prstGeom>
          <a:noFill/>
          <a:ln>
            <a:noFill/>
          </a:ln>
        </p:spPr>
        <p:txBody>
          <a:bodyPr wrap="square" rtlCol="0">
            <a:spAutoFit/>
          </a:bodyPr>
          <a:lstStyle/>
          <a:p>
            <a:r>
              <a:rPr lang="de-DE" dirty="0"/>
              <a:t>NO </a:t>
            </a:r>
            <a:endParaRPr lang="en-US" dirty="0"/>
          </a:p>
        </p:txBody>
      </p:sp>
      <p:sp>
        <p:nvSpPr>
          <p:cNvPr id="25" name="Textfeld 24">
            <a:extLst>
              <a:ext uri="{FF2B5EF4-FFF2-40B4-BE49-F238E27FC236}">
                <a16:creationId xmlns:a16="http://schemas.microsoft.com/office/drawing/2014/main" id="{BF79C5BE-B7F3-F0AA-449A-6A330158ACFF}"/>
              </a:ext>
            </a:extLst>
          </p:cNvPr>
          <p:cNvSpPr txBox="1"/>
          <p:nvPr/>
        </p:nvSpPr>
        <p:spPr>
          <a:xfrm>
            <a:off x="5474207" y="2947536"/>
            <a:ext cx="1403927" cy="369332"/>
          </a:xfrm>
          <a:prstGeom prst="rect">
            <a:avLst/>
          </a:prstGeom>
          <a:noFill/>
          <a:ln>
            <a:noFill/>
          </a:ln>
        </p:spPr>
        <p:txBody>
          <a:bodyPr wrap="square" rtlCol="0">
            <a:spAutoFit/>
          </a:bodyPr>
          <a:lstStyle/>
          <a:p>
            <a:r>
              <a:rPr lang="de-DE" dirty="0"/>
              <a:t>YES </a:t>
            </a:r>
            <a:endParaRPr lang="en-US" dirty="0"/>
          </a:p>
        </p:txBody>
      </p:sp>
      <p:sp>
        <p:nvSpPr>
          <p:cNvPr id="32" name="Parallelogramm 31">
            <a:extLst>
              <a:ext uri="{FF2B5EF4-FFF2-40B4-BE49-F238E27FC236}">
                <a16:creationId xmlns:a16="http://schemas.microsoft.com/office/drawing/2014/main" id="{D127A36A-B61C-DC47-C75E-87B549AFD355}"/>
              </a:ext>
            </a:extLst>
          </p:cNvPr>
          <p:cNvSpPr/>
          <p:nvPr/>
        </p:nvSpPr>
        <p:spPr>
          <a:xfrm>
            <a:off x="9404825" y="950638"/>
            <a:ext cx="2517723" cy="975043"/>
          </a:xfrm>
          <a:prstGeom prst="parallelogram">
            <a:avLst/>
          </a:prstGeom>
          <a:solidFill>
            <a:srgbClr val="007894"/>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de-DE" b="1" dirty="0" err="1"/>
              <a:t>Predict</a:t>
            </a:r>
            <a:r>
              <a:rPr lang="de-DE" b="1" dirty="0"/>
              <a:t> CLV </a:t>
            </a:r>
            <a:r>
              <a:rPr lang="de-DE" b="1" dirty="0" err="1"/>
              <a:t>of</a:t>
            </a:r>
            <a:r>
              <a:rPr lang="de-DE" b="1" dirty="0"/>
              <a:t> all </a:t>
            </a:r>
            <a:r>
              <a:rPr lang="de-DE" b="1" dirty="0" err="1"/>
              <a:t>customers</a:t>
            </a:r>
            <a:endParaRPr lang="en-US" b="1" dirty="0"/>
          </a:p>
        </p:txBody>
      </p:sp>
      <p:cxnSp>
        <p:nvCxnSpPr>
          <p:cNvPr id="34" name="Gerade Verbindung mit Pfeil 33">
            <a:extLst>
              <a:ext uri="{FF2B5EF4-FFF2-40B4-BE49-F238E27FC236}">
                <a16:creationId xmlns:a16="http://schemas.microsoft.com/office/drawing/2014/main" id="{E0D9C499-5C74-CEFD-2457-0EB07F40DA32}"/>
              </a:ext>
            </a:extLst>
          </p:cNvPr>
          <p:cNvCxnSpPr>
            <a:stCxn id="15" idx="3"/>
            <a:endCxn id="32" idx="5"/>
          </p:cNvCxnSpPr>
          <p:nvPr/>
        </p:nvCxnSpPr>
        <p:spPr>
          <a:xfrm flipV="1">
            <a:off x="8894139" y="1438160"/>
            <a:ext cx="632566" cy="1"/>
          </a:xfrm>
          <a:prstGeom prst="straightConnector1">
            <a:avLst/>
          </a:prstGeom>
          <a:ln w="12700">
            <a:solidFill>
              <a:srgbClr val="007894"/>
            </a:solidFill>
            <a:tailEnd type="triangle"/>
          </a:ln>
        </p:spPr>
        <p:style>
          <a:lnRef idx="1">
            <a:schemeClr val="accent1"/>
          </a:lnRef>
          <a:fillRef idx="0">
            <a:schemeClr val="accent1"/>
          </a:fillRef>
          <a:effectRef idx="0">
            <a:schemeClr val="accent1"/>
          </a:effectRef>
          <a:fontRef idx="minor">
            <a:schemeClr val="tx1"/>
          </a:fontRef>
        </p:style>
      </p:cxnSp>
      <p:sp>
        <p:nvSpPr>
          <p:cNvPr id="35" name="Rechteck: abgerundete Ecken 34">
            <a:extLst>
              <a:ext uri="{FF2B5EF4-FFF2-40B4-BE49-F238E27FC236}">
                <a16:creationId xmlns:a16="http://schemas.microsoft.com/office/drawing/2014/main" id="{8D5D5BB4-C0E3-6029-8530-B60FD22CDB82}"/>
              </a:ext>
            </a:extLst>
          </p:cNvPr>
          <p:cNvSpPr/>
          <p:nvPr/>
        </p:nvSpPr>
        <p:spPr>
          <a:xfrm>
            <a:off x="9404825" y="2466102"/>
            <a:ext cx="2395843" cy="975043"/>
          </a:xfrm>
          <a:prstGeom prst="roundRect">
            <a:avLst/>
          </a:prstGeom>
          <a:solidFill>
            <a:srgbClr val="007894"/>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de-DE" dirty="0"/>
              <a:t>Combine </a:t>
            </a:r>
            <a:r>
              <a:rPr lang="de-DE" dirty="0" err="1"/>
              <a:t>predictions</a:t>
            </a:r>
            <a:endParaRPr lang="en-US" dirty="0"/>
          </a:p>
        </p:txBody>
      </p:sp>
      <p:cxnSp>
        <p:nvCxnSpPr>
          <p:cNvPr id="37" name="Gerade Verbindung mit Pfeil 36">
            <a:extLst>
              <a:ext uri="{FF2B5EF4-FFF2-40B4-BE49-F238E27FC236}">
                <a16:creationId xmlns:a16="http://schemas.microsoft.com/office/drawing/2014/main" id="{EC1A897E-7BB1-90E6-260B-48206C189140}"/>
              </a:ext>
            </a:extLst>
          </p:cNvPr>
          <p:cNvCxnSpPr>
            <a:cxnSpLocks/>
          </p:cNvCxnSpPr>
          <p:nvPr/>
        </p:nvCxnSpPr>
        <p:spPr>
          <a:xfrm flipH="1">
            <a:off x="10602746" y="1926290"/>
            <a:ext cx="1" cy="522000"/>
          </a:xfrm>
          <a:prstGeom prst="straightConnector1">
            <a:avLst/>
          </a:prstGeom>
          <a:ln w="12700">
            <a:solidFill>
              <a:srgbClr val="007894"/>
            </a:solidFill>
            <a:tailEnd type="triangle"/>
          </a:ln>
        </p:spPr>
        <p:style>
          <a:lnRef idx="1">
            <a:schemeClr val="accent1"/>
          </a:lnRef>
          <a:fillRef idx="0">
            <a:schemeClr val="accent1"/>
          </a:fillRef>
          <a:effectRef idx="0">
            <a:schemeClr val="accent1"/>
          </a:effectRef>
          <a:fontRef idx="minor">
            <a:schemeClr val="tx1"/>
          </a:fontRef>
        </p:style>
      </p:cxnSp>
      <p:cxnSp>
        <p:nvCxnSpPr>
          <p:cNvPr id="41" name="Gerade Verbindung mit Pfeil 40">
            <a:extLst>
              <a:ext uri="{FF2B5EF4-FFF2-40B4-BE49-F238E27FC236}">
                <a16:creationId xmlns:a16="http://schemas.microsoft.com/office/drawing/2014/main" id="{5CC9ACFF-2AE3-3508-082D-F00707668D90}"/>
              </a:ext>
            </a:extLst>
          </p:cNvPr>
          <p:cNvCxnSpPr>
            <a:stCxn id="16" idx="2"/>
            <a:endCxn id="35" idx="1"/>
          </p:cNvCxnSpPr>
          <p:nvPr/>
        </p:nvCxnSpPr>
        <p:spPr>
          <a:xfrm>
            <a:off x="8808835" y="2953624"/>
            <a:ext cx="595990" cy="0"/>
          </a:xfrm>
          <a:prstGeom prst="straightConnector1">
            <a:avLst/>
          </a:prstGeom>
          <a:ln w="12700">
            <a:solidFill>
              <a:srgbClr val="007894"/>
            </a:solidFill>
            <a:tailEnd type="triangle"/>
          </a:ln>
        </p:spPr>
        <p:style>
          <a:lnRef idx="1">
            <a:schemeClr val="accent1"/>
          </a:lnRef>
          <a:fillRef idx="0">
            <a:schemeClr val="accent1"/>
          </a:fillRef>
          <a:effectRef idx="0">
            <a:schemeClr val="accent1"/>
          </a:effectRef>
          <a:fontRef idx="minor">
            <a:schemeClr val="tx1"/>
          </a:fontRef>
        </p:style>
      </p:cxnSp>
      <p:sp>
        <p:nvSpPr>
          <p:cNvPr id="42" name="Rechteck 41">
            <a:extLst>
              <a:ext uri="{FF2B5EF4-FFF2-40B4-BE49-F238E27FC236}">
                <a16:creationId xmlns:a16="http://schemas.microsoft.com/office/drawing/2014/main" id="{37AFA877-7EA0-B991-32AA-D07740FBEBD1}"/>
              </a:ext>
            </a:extLst>
          </p:cNvPr>
          <p:cNvSpPr/>
          <p:nvPr/>
        </p:nvSpPr>
        <p:spPr>
          <a:xfrm>
            <a:off x="731837" y="4205370"/>
            <a:ext cx="5071555" cy="1424889"/>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b"/>
          <a:lstStyle/>
          <a:p>
            <a:pPr algn="ctr"/>
            <a:r>
              <a:rPr lang="en-US" dirty="0">
                <a:solidFill>
                  <a:schemeClr val="tx1"/>
                </a:solidFill>
              </a:rPr>
              <a:t>Stage 2 trained on only 439 active customers</a:t>
            </a:r>
            <a:br>
              <a:rPr lang="en-US" dirty="0">
                <a:solidFill>
                  <a:schemeClr val="tx1"/>
                </a:solidFill>
              </a:rPr>
            </a:br>
            <a:r>
              <a:rPr lang="en-US" dirty="0">
                <a:solidFill>
                  <a:schemeClr val="tx1"/>
                </a:solidFill>
              </a:rPr>
              <a:t>→ too sparse to learn high-value behavior</a:t>
            </a:r>
          </a:p>
        </p:txBody>
      </p:sp>
      <p:sp>
        <p:nvSpPr>
          <p:cNvPr id="43" name="Rechteck 42">
            <a:extLst>
              <a:ext uri="{FF2B5EF4-FFF2-40B4-BE49-F238E27FC236}">
                <a16:creationId xmlns:a16="http://schemas.microsoft.com/office/drawing/2014/main" id="{058FD6B5-3F5C-6E95-43AB-8CB4AE0F6FB5}"/>
              </a:ext>
            </a:extLst>
          </p:cNvPr>
          <p:cNvSpPr/>
          <p:nvPr/>
        </p:nvSpPr>
        <p:spPr>
          <a:xfrm>
            <a:off x="6388607" y="4200231"/>
            <a:ext cx="5071555" cy="1424889"/>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b"/>
          <a:lstStyle/>
          <a:p>
            <a:pPr algn="ctr"/>
            <a:r>
              <a:rPr lang="en-US" dirty="0">
                <a:solidFill>
                  <a:schemeClr val="tx1"/>
                </a:solidFill>
              </a:rPr>
              <a:t>Can't explicitly zero out latent churners </a:t>
            </a:r>
            <a:br>
              <a:rPr lang="en-US" dirty="0">
                <a:solidFill>
                  <a:schemeClr val="tx1"/>
                </a:solidFill>
              </a:rPr>
            </a:br>
            <a:r>
              <a:rPr lang="en-US" dirty="0">
                <a:solidFill>
                  <a:schemeClr val="tx1"/>
                </a:solidFill>
              </a:rPr>
              <a:t>→ over-predicts dormant high-spenders</a:t>
            </a:r>
          </a:p>
        </p:txBody>
      </p:sp>
      <p:sp>
        <p:nvSpPr>
          <p:cNvPr id="44" name="Rechteck 43">
            <a:extLst>
              <a:ext uri="{FF2B5EF4-FFF2-40B4-BE49-F238E27FC236}">
                <a16:creationId xmlns:a16="http://schemas.microsoft.com/office/drawing/2014/main" id="{635480CD-CF84-5A28-0EB7-7EC71982F1FD}"/>
              </a:ext>
            </a:extLst>
          </p:cNvPr>
          <p:cNvSpPr/>
          <p:nvPr/>
        </p:nvSpPr>
        <p:spPr>
          <a:xfrm>
            <a:off x="731837" y="4193970"/>
            <a:ext cx="5071554" cy="694944"/>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b="1" dirty="0"/>
              <a:t>Why not a pure two-stage model?</a:t>
            </a:r>
          </a:p>
        </p:txBody>
      </p:sp>
      <p:sp>
        <p:nvSpPr>
          <p:cNvPr id="45" name="Rechteck 44">
            <a:extLst>
              <a:ext uri="{FF2B5EF4-FFF2-40B4-BE49-F238E27FC236}">
                <a16:creationId xmlns:a16="http://schemas.microsoft.com/office/drawing/2014/main" id="{AB1211C4-8C5B-0A3C-02A3-1FC463677E97}"/>
              </a:ext>
            </a:extLst>
          </p:cNvPr>
          <p:cNvSpPr/>
          <p:nvPr/>
        </p:nvSpPr>
        <p:spPr>
          <a:xfrm>
            <a:off x="6387227" y="4193970"/>
            <a:ext cx="5071554" cy="694944"/>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b="1" dirty="0"/>
              <a:t>Why not a single-stage model alone?</a:t>
            </a:r>
          </a:p>
        </p:txBody>
      </p:sp>
    </p:spTree>
    <p:extLst>
      <p:ext uri="{BB962C8B-B14F-4D97-AF65-F5344CB8AC3E}">
        <p14:creationId xmlns:p14="http://schemas.microsoft.com/office/powerpoint/2010/main" val="2526911360"/>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9402F4A6-B473-4556-C899-8C1DB53ADD9F}"/>
            </a:ext>
          </a:extLst>
        </p:cNvPr>
        <p:cNvGrpSpPr/>
        <p:nvPr/>
      </p:nvGrpSpPr>
      <p:grpSpPr>
        <a:xfrm>
          <a:off x="0" y="0"/>
          <a:ext cx="0" cy="0"/>
          <a:chOff x="0" y="0"/>
          <a:chExt cx="0" cy="0"/>
        </a:xfrm>
      </p:grpSpPr>
      <p:sp>
        <p:nvSpPr>
          <p:cNvPr id="2" name="Titel 1">
            <a:extLst>
              <a:ext uri="{FF2B5EF4-FFF2-40B4-BE49-F238E27FC236}">
                <a16:creationId xmlns:a16="http://schemas.microsoft.com/office/drawing/2014/main" id="{93EFBBF9-F258-7438-A0C7-15E9AA40397E}"/>
              </a:ext>
            </a:extLst>
          </p:cNvPr>
          <p:cNvSpPr>
            <a:spLocks noGrp="1"/>
          </p:cNvSpPr>
          <p:nvPr>
            <p:ph type="title"/>
          </p:nvPr>
        </p:nvSpPr>
        <p:spPr/>
        <p:txBody>
          <a:bodyPr/>
          <a:lstStyle/>
          <a:p>
            <a:r>
              <a:rPr lang="de-DE" dirty="0"/>
              <a:t>Hybrid Two-Stage Model</a:t>
            </a:r>
            <a:endParaRPr lang="en-US" dirty="0"/>
          </a:p>
        </p:txBody>
      </p:sp>
      <p:sp>
        <p:nvSpPr>
          <p:cNvPr id="4" name="Datumsplatzhalter 3">
            <a:extLst>
              <a:ext uri="{FF2B5EF4-FFF2-40B4-BE49-F238E27FC236}">
                <a16:creationId xmlns:a16="http://schemas.microsoft.com/office/drawing/2014/main" id="{242903B3-DDE1-B692-DA71-06F992BF956C}"/>
              </a:ext>
            </a:extLst>
          </p:cNvPr>
          <p:cNvSpPr>
            <a:spLocks noGrp="1"/>
          </p:cNvSpPr>
          <p:nvPr>
            <p:ph type="dt" sz="half" idx="10"/>
          </p:nvPr>
        </p:nvSpPr>
        <p:spPr/>
        <p:txBody>
          <a:bodyPr/>
          <a:lstStyle/>
          <a:p>
            <a:fld id="{11B96697-4585-4368-989A-16003D150648}" type="datetime1">
              <a:rPr lang="de-CH" noProof="0" smtClean="0"/>
              <a:t>28.04.2026</a:t>
            </a:fld>
            <a:endParaRPr lang="de-CH" noProof="0"/>
          </a:p>
        </p:txBody>
      </p:sp>
      <p:sp>
        <p:nvSpPr>
          <p:cNvPr id="5" name="Fußzeilenplatzhalter 4">
            <a:extLst>
              <a:ext uri="{FF2B5EF4-FFF2-40B4-BE49-F238E27FC236}">
                <a16:creationId xmlns:a16="http://schemas.microsoft.com/office/drawing/2014/main" id="{F04EE266-ACB2-232F-B8BF-F020399538D9}"/>
              </a:ext>
            </a:extLst>
          </p:cNvPr>
          <p:cNvSpPr>
            <a:spLocks noGrp="1"/>
          </p:cNvSpPr>
          <p:nvPr>
            <p:ph type="ftr" sz="quarter" idx="11"/>
          </p:nvPr>
        </p:nvSpPr>
        <p:spPr/>
        <p:txBody>
          <a:bodyPr/>
          <a:lstStyle/>
          <a:p>
            <a:r>
              <a:rPr lang="de-DE" noProof="0"/>
              <a:t>Organisationseinheit verbal</a:t>
            </a:r>
            <a:endParaRPr lang="de-CH" noProof="0"/>
          </a:p>
        </p:txBody>
      </p:sp>
      <p:sp>
        <p:nvSpPr>
          <p:cNvPr id="6" name="Foliennummernplatzhalter 5">
            <a:extLst>
              <a:ext uri="{FF2B5EF4-FFF2-40B4-BE49-F238E27FC236}">
                <a16:creationId xmlns:a16="http://schemas.microsoft.com/office/drawing/2014/main" id="{EAFF97AB-EC78-690C-9EA1-8315D78EA51D}"/>
              </a:ext>
            </a:extLst>
          </p:cNvPr>
          <p:cNvSpPr>
            <a:spLocks noGrp="1"/>
          </p:cNvSpPr>
          <p:nvPr>
            <p:ph type="sldNum" sz="quarter" idx="12"/>
          </p:nvPr>
        </p:nvSpPr>
        <p:spPr/>
        <p:txBody>
          <a:bodyPr/>
          <a:lstStyle/>
          <a:p>
            <a:fld id="{5ACA52AF-F19D-405C-AD5F-7D94B96A5CC3}" type="slidenum">
              <a:rPr lang="de-CH" noProof="0" smtClean="0"/>
              <a:t>6</a:t>
            </a:fld>
            <a:endParaRPr lang="de-CH" noProof="0"/>
          </a:p>
        </p:txBody>
      </p:sp>
      <p:sp>
        <p:nvSpPr>
          <p:cNvPr id="8" name="Inhaltsplatzhalter 7">
            <a:extLst>
              <a:ext uri="{FF2B5EF4-FFF2-40B4-BE49-F238E27FC236}">
                <a16:creationId xmlns:a16="http://schemas.microsoft.com/office/drawing/2014/main" id="{E213D0B8-0037-B088-4513-3B84D66357AB}"/>
              </a:ext>
            </a:extLst>
          </p:cNvPr>
          <p:cNvSpPr>
            <a:spLocks noGrp="1"/>
          </p:cNvSpPr>
          <p:nvPr>
            <p:ph idx="1"/>
          </p:nvPr>
        </p:nvSpPr>
        <p:spPr>
          <a:xfrm>
            <a:off x="731837" y="5781099"/>
            <a:ext cx="10728325" cy="598372"/>
          </a:xfrm>
        </p:spPr>
        <p:txBody>
          <a:bodyPr/>
          <a:lstStyle/>
          <a:p>
            <a:pPr marL="0" indent="0">
              <a:buNone/>
            </a:pPr>
            <a:r>
              <a:rPr lang="de-DE" dirty="0"/>
              <a:t>Architecture </a:t>
            </a:r>
            <a:r>
              <a:rPr lang="de-DE" dirty="0" err="1"/>
              <a:t>provides</a:t>
            </a:r>
            <a:r>
              <a:rPr lang="de-DE" dirty="0"/>
              <a:t> a final MAE </a:t>
            </a:r>
            <a:r>
              <a:rPr lang="de-DE" dirty="0" err="1"/>
              <a:t>of</a:t>
            </a:r>
            <a:r>
              <a:rPr lang="de-DE" dirty="0"/>
              <a:t> 2387 NOK – </a:t>
            </a:r>
            <a:r>
              <a:rPr lang="de-DE" dirty="0" err="1"/>
              <a:t>improvement</a:t>
            </a:r>
            <a:r>
              <a:rPr lang="de-DE" dirty="0"/>
              <a:t> </a:t>
            </a:r>
            <a:r>
              <a:rPr lang="de-DE" dirty="0" err="1"/>
              <a:t>by</a:t>
            </a:r>
            <a:r>
              <a:rPr lang="de-DE" dirty="0"/>
              <a:t> 6% </a:t>
            </a:r>
            <a:r>
              <a:rPr lang="de-DE" dirty="0" err="1"/>
              <a:t>compared</a:t>
            </a:r>
            <a:r>
              <a:rPr lang="de-DE" dirty="0"/>
              <a:t> to </a:t>
            </a:r>
            <a:r>
              <a:rPr lang="de-DE" dirty="0" err="1"/>
              <a:t>the</a:t>
            </a:r>
            <a:r>
              <a:rPr lang="de-DE" dirty="0"/>
              <a:t> single-stage </a:t>
            </a:r>
            <a:r>
              <a:rPr lang="de-DE" dirty="0" err="1"/>
              <a:t>model</a:t>
            </a:r>
            <a:r>
              <a:rPr lang="de-DE" dirty="0"/>
              <a:t> </a:t>
            </a:r>
            <a:endParaRPr lang="en-US" dirty="0"/>
          </a:p>
        </p:txBody>
      </p:sp>
      <p:sp>
        <p:nvSpPr>
          <p:cNvPr id="9" name="Ellipse 8">
            <a:extLst>
              <a:ext uri="{FF2B5EF4-FFF2-40B4-BE49-F238E27FC236}">
                <a16:creationId xmlns:a16="http://schemas.microsoft.com/office/drawing/2014/main" id="{C3E257BB-048F-4E32-B748-CD365B778B41}"/>
              </a:ext>
            </a:extLst>
          </p:cNvPr>
          <p:cNvSpPr>
            <a:spLocks noChangeAspect="1"/>
          </p:cNvSpPr>
          <p:nvPr/>
        </p:nvSpPr>
        <p:spPr>
          <a:xfrm>
            <a:off x="302952" y="1692912"/>
            <a:ext cx="975043" cy="975043"/>
          </a:xfrm>
          <a:prstGeom prst="ellipse">
            <a:avLst/>
          </a:prstGeom>
          <a:solidFill>
            <a:srgbClr val="007894"/>
          </a:solidFill>
          <a:ln>
            <a:solidFill>
              <a:srgbClr val="215CA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de-DE" dirty="0"/>
              <a:t>Start</a:t>
            </a:r>
            <a:endParaRPr lang="en-US" dirty="0"/>
          </a:p>
        </p:txBody>
      </p:sp>
      <p:sp>
        <p:nvSpPr>
          <p:cNvPr id="11" name="Rechteck 10">
            <a:extLst>
              <a:ext uri="{FF2B5EF4-FFF2-40B4-BE49-F238E27FC236}">
                <a16:creationId xmlns:a16="http://schemas.microsoft.com/office/drawing/2014/main" id="{3E029B32-81F1-F04F-EAB0-D48B78D9BB1A}"/>
              </a:ext>
            </a:extLst>
          </p:cNvPr>
          <p:cNvSpPr/>
          <p:nvPr/>
        </p:nvSpPr>
        <p:spPr>
          <a:xfrm>
            <a:off x="1742816" y="1692912"/>
            <a:ext cx="1882141" cy="975043"/>
          </a:xfrm>
          <a:prstGeom prst="rect">
            <a:avLst/>
          </a:prstGeom>
          <a:solidFill>
            <a:srgbClr val="007894"/>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de-DE" b="1" dirty="0" err="1"/>
              <a:t>LightGBM</a:t>
            </a:r>
            <a:r>
              <a:rPr lang="de-DE" b="1" dirty="0"/>
              <a:t> </a:t>
            </a:r>
            <a:r>
              <a:rPr lang="de-DE" b="1" dirty="0" err="1"/>
              <a:t>Classifier</a:t>
            </a:r>
            <a:endParaRPr lang="en-US" b="1" dirty="0"/>
          </a:p>
        </p:txBody>
      </p:sp>
      <p:sp>
        <p:nvSpPr>
          <p:cNvPr id="12" name="Raute 11">
            <a:extLst>
              <a:ext uri="{FF2B5EF4-FFF2-40B4-BE49-F238E27FC236}">
                <a16:creationId xmlns:a16="http://schemas.microsoft.com/office/drawing/2014/main" id="{DED619D8-16C7-CD20-ECA8-0DD7CA3950EB}"/>
              </a:ext>
            </a:extLst>
          </p:cNvPr>
          <p:cNvSpPr/>
          <p:nvPr/>
        </p:nvSpPr>
        <p:spPr>
          <a:xfrm>
            <a:off x="4091303" y="1692912"/>
            <a:ext cx="1588322" cy="975043"/>
          </a:xfrm>
          <a:prstGeom prst="diamond">
            <a:avLst/>
          </a:prstGeom>
          <a:solidFill>
            <a:srgbClr val="007894"/>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de-DE" dirty="0" err="1"/>
              <a:t>Churned</a:t>
            </a:r>
            <a:r>
              <a:rPr lang="de-DE" dirty="0"/>
              <a:t>?</a:t>
            </a:r>
            <a:endParaRPr lang="en-US" dirty="0"/>
          </a:p>
        </p:txBody>
      </p:sp>
      <p:sp>
        <p:nvSpPr>
          <p:cNvPr id="15" name="Rechteck 14">
            <a:extLst>
              <a:ext uri="{FF2B5EF4-FFF2-40B4-BE49-F238E27FC236}">
                <a16:creationId xmlns:a16="http://schemas.microsoft.com/office/drawing/2014/main" id="{E2881926-AB19-A91E-5508-85CF580073EE}"/>
              </a:ext>
            </a:extLst>
          </p:cNvPr>
          <p:cNvSpPr/>
          <p:nvPr/>
        </p:nvSpPr>
        <p:spPr>
          <a:xfrm>
            <a:off x="6547177" y="950639"/>
            <a:ext cx="2346962" cy="975043"/>
          </a:xfrm>
          <a:prstGeom prst="rect">
            <a:avLst/>
          </a:prstGeom>
          <a:solidFill>
            <a:srgbClr val="007894"/>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de-DE" b="1" dirty="0" err="1"/>
              <a:t>LightGBM</a:t>
            </a:r>
            <a:r>
              <a:rPr lang="de-DE" b="1" dirty="0"/>
              <a:t> Regressor </a:t>
            </a:r>
            <a:endParaRPr lang="en-US" b="1" dirty="0"/>
          </a:p>
        </p:txBody>
      </p:sp>
      <p:sp>
        <p:nvSpPr>
          <p:cNvPr id="16" name="Parallelogramm 15">
            <a:extLst>
              <a:ext uri="{FF2B5EF4-FFF2-40B4-BE49-F238E27FC236}">
                <a16:creationId xmlns:a16="http://schemas.microsoft.com/office/drawing/2014/main" id="{F568A0A4-6168-4265-6EFF-0C5A7C4F4D2E}"/>
              </a:ext>
            </a:extLst>
          </p:cNvPr>
          <p:cNvSpPr/>
          <p:nvPr/>
        </p:nvSpPr>
        <p:spPr>
          <a:xfrm>
            <a:off x="6412992" y="2466102"/>
            <a:ext cx="2517723" cy="975043"/>
          </a:xfrm>
          <a:prstGeom prst="parallelogram">
            <a:avLst/>
          </a:prstGeom>
          <a:solidFill>
            <a:srgbClr val="007894"/>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de-DE" b="1" dirty="0"/>
              <a:t>Set CLV = 0 </a:t>
            </a:r>
            <a:endParaRPr lang="en-US" b="1" dirty="0"/>
          </a:p>
        </p:txBody>
      </p:sp>
      <p:cxnSp>
        <p:nvCxnSpPr>
          <p:cNvPr id="18" name="Gerade Verbindung mit Pfeil 17">
            <a:extLst>
              <a:ext uri="{FF2B5EF4-FFF2-40B4-BE49-F238E27FC236}">
                <a16:creationId xmlns:a16="http://schemas.microsoft.com/office/drawing/2014/main" id="{F82792CA-F78C-DD09-1CF5-25D60E70E4DD}"/>
              </a:ext>
            </a:extLst>
          </p:cNvPr>
          <p:cNvCxnSpPr>
            <a:stCxn id="9" idx="6"/>
          </p:cNvCxnSpPr>
          <p:nvPr/>
        </p:nvCxnSpPr>
        <p:spPr>
          <a:xfrm>
            <a:off x="1277995" y="2180434"/>
            <a:ext cx="464821" cy="0"/>
          </a:xfrm>
          <a:prstGeom prst="straightConnector1">
            <a:avLst/>
          </a:prstGeom>
          <a:ln w="12700">
            <a:solidFill>
              <a:srgbClr val="007894"/>
            </a:solidFill>
            <a:tailEnd type="triangle"/>
          </a:ln>
        </p:spPr>
        <p:style>
          <a:lnRef idx="1">
            <a:schemeClr val="accent1"/>
          </a:lnRef>
          <a:fillRef idx="0">
            <a:schemeClr val="accent1"/>
          </a:fillRef>
          <a:effectRef idx="0">
            <a:schemeClr val="accent1"/>
          </a:effectRef>
          <a:fontRef idx="minor">
            <a:schemeClr val="tx1"/>
          </a:fontRef>
        </p:style>
      </p:cxnSp>
      <p:cxnSp>
        <p:nvCxnSpPr>
          <p:cNvPr id="20" name="Gerade Verbindung mit Pfeil 19">
            <a:extLst>
              <a:ext uri="{FF2B5EF4-FFF2-40B4-BE49-F238E27FC236}">
                <a16:creationId xmlns:a16="http://schemas.microsoft.com/office/drawing/2014/main" id="{BDB84D9D-792E-88FC-97BE-EADBC145A01D}"/>
              </a:ext>
            </a:extLst>
          </p:cNvPr>
          <p:cNvCxnSpPr>
            <a:cxnSpLocks/>
            <a:stCxn id="11" idx="3"/>
            <a:endCxn id="12" idx="1"/>
          </p:cNvCxnSpPr>
          <p:nvPr/>
        </p:nvCxnSpPr>
        <p:spPr>
          <a:xfrm>
            <a:off x="3624957" y="2180434"/>
            <a:ext cx="466346" cy="0"/>
          </a:xfrm>
          <a:prstGeom prst="straightConnector1">
            <a:avLst/>
          </a:prstGeom>
          <a:ln w="12700">
            <a:solidFill>
              <a:srgbClr val="007894"/>
            </a:solidFill>
            <a:tailEnd type="triangle"/>
          </a:ln>
        </p:spPr>
        <p:style>
          <a:lnRef idx="1">
            <a:schemeClr val="accent1"/>
          </a:lnRef>
          <a:fillRef idx="0">
            <a:schemeClr val="accent1"/>
          </a:fillRef>
          <a:effectRef idx="0">
            <a:schemeClr val="accent1"/>
          </a:effectRef>
          <a:fontRef idx="minor">
            <a:schemeClr val="tx1"/>
          </a:fontRef>
        </p:style>
      </p:cxnSp>
      <p:cxnSp>
        <p:nvCxnSpPr>
          <p:cNvPr id="22" name="Verbinder: gewinkelt 21">
            <a:extLst>
              <a:ext uri="{FF2B5EF4-FFF2-40B4-BE49-F238E27FC236}">
                <a16:creationId xmlns:a16="http://schemas.microsoft.com/office/drawing/2014/main" id="{CD0A2B2C-6614-7F2A-45D4-162B569F910A}"/>
              </a:ext>
            </a:extLst>
          </p:cNvPr>
          <p:cNvCxnSpPr>
            <a:cxnSpLocks/>
            <a:stCxn id="12" idx="0"/>
            <a:endCxn id="15" idx="1"/>
          </p:cNvCxnSpPr>
          <p:nvPr/>
        </p:nvCxnSpPr>
        <p:spPr>
          <a:xfrm rot="5400000" flipH="1" flipV="1">
            <a:off x="5588945" y="734681"/>
            <a:ext cx="254751" cy="1661713"/>
          </a:xfrm>
          <a:prstGeom prst="bentConnector2">
            <a:avLst/>
          </a:prstGeom>
          <a:ln w="12700">
            <a:solidFill>
              <a:srgbClr val="007894"/>
            </a:solidFill>
            <a:tailEnd type="triangle"/>
          </a:ln>
        </p:spPr>
        <p:style>
          <a:lnRef idx="1">
            <a:schemeClr val="accent1"/>
          </a:lnRef>
          <a:fillRef idx="0">
            <a:schemeClr val="accent1"/>
          </a:fillRef>
          <a:effectRef idx="0">
            <a:schemeClr val="accent1"/>
          </a:effectRef>
          <a:fontRef idx="minor">
            <a:schemeClr val="tx1"/>
          </a:fontRef>
        </p:style>
      </p:cxnSp>
      <p:cxnSp>
        <p:nvCxnSpPr>
          <p:cNvPr id="21" name="Verbinder: gewinkelt 20">
            <a:extLst>
              <a:ext uri="{FF2B5EF4-FFF2-40B4-BE49-F238E27FC236}">
                <a16:creationId xmlns:a16="http://schemas.microsoft.com/office/drawing/2014/main" id="{4C2CBF84-DF43-8204-B8F5-37438B77FA38}"/>
              </a:ext>
            </a:extLst>
          </p:cNvPr>
          <p:cNvCxnSpPr>
            <a:stCxn id="12" idx="2"/>
          </p:cNvCxnSpPr>
          <p:nvPr/>
        </p:nvCxnSpPr>
        <p:spPr>
          <a:xfrm rot="16200000" flipH="1">
            <a:off x="5573486" y="1979932"/>
            <a:ext cx="285669" cy="1661713"/>
          </a:xfrm>
          <a:prstGeom prst="bentConnector2">
            <a:avLst/>
          </a:prstGeom>
          <a:ln w="12700">
            <a:solidFill>
              <a:srgbClr val="007894"/>
            </a:solidFill>
            <a:tailEnd type="triangle"/>
          </a:ln>
        </p:spPr>
        <p:style>
          <a:lnRef idx="1">
            <a:schemeClr val="accent1"/>
          </a:lnRef>
          <a:fillRef idx="0">
            <a:schemeClr val="accent1"/>
          </a:fillRef>
          <a:effectRef idx="0">
            <a:schemeClr val="accent1"/>
          </a:effectRef>
          <a:fontRef idx="minor">
            <a:schemeClr val="tx1"/>
          </a:fontRef>
        </p:style>
      </p:cxnSp>
      <p:sp>
        <p:nvSpPr>
          <p:cNvPr id="24" name="Textfeld 23">
            <a:extLst>
              <a:ext uri="{FF2B5EF4-FFF2-40B4-BE49-F238E27FC236}">
                <a16:creationId xmlns:a16="http://schemas.microsoft.com/office/drawing/2014/main" id="{C21825C0-E970-0100-D41E-BBE8AEB6ECF8}"/>
              </a:ext>
            </a:extLst>
          </p:cNvPr>
          <p:cNvSpPr txBox="1"/>
          <p:nvPr/>
        </p:nvSpPr>
        <p:spPr>
          <a:xfrm>
            <a:off x="5545981" y="1090811"/>
            <a:ext cx="1403927" cy="369332"/>
          </a:xfrm>
          <a:prstGeom prst="rect">
            <a:avLst/>
          </a:prstGeom>
          <a:noFill/>
          <a:ln>
            <a:noFill/>
          </a:ln>
        </p:spPr>
        <p:txBody>
          <a:bodyPr wrap="square" rtlCol="0">
            <a:spAutoFit/>
          </a:bodyPr>
          <a:lstStyle/>
          <a:p>
            <a:r>
              <a:rPr lang="de-DE" dirty="0"/>
              <a:t>NO </a:t>
            </a:r>
            <a:endParaRPr lang="en-US" dirty="0"/>
          </a:p>
        </p:txBody>
      </p:sp>
      <p:sp>
        <p:nvSpPr>
          <p:cNvPr id="25" name="Textfeld 24">
            <a:extLst>
              <a:ext uri="{FF2B5EF4-FFF2-40B4-BE49-F238E27FC236}">
                <a16:creationId xmlns:a16="http://schemas.microsoft.com/office/drawing/2014/main" id="{0B14403D-6B6B-487A-6271-0DED6F195A29}"/>
              </a:ext>
            </a:extLst>
          </p:cNvPr>
          <p:cNvSpPr txBox="1"/>
          <p:nvPr/>
        </p:nvSpPr>
        <p:spPr>
          <a:xfrm>
            <a:off x="5474207" y="2947536"/>
            <a:ext cx="1403927" cy="369332"/>
          </a:xfrm>
          <a:prstGeom prst="rect">
            <a:avLst/>
          </a:prstGeom>
          <a:noFill/>
          <a:ln>
            <a:noFill/>
          </a:ln>
        </p:spPr>
        <p:txBody>
          <a:bodyPr wrap="square" rtlCol="0">
            <a:spAutoFit/>
          </a:bodyPr>
          <a:lstStyle/>
          <a:p>
            <a:r>
              <a:rPr lang="de-DE" dirty="0"/>
              <a:t>YES </a:t>
            </a:r>
            <a:endParaRPr lang="en-US" dirty="0"/>
          </a:p>
        </p:txBody>
      </p:sp>
      <p:sp>
        <p:nvSpPr>
          <p:cNvPr id="32" name="Parallelogramm 31">
            <a:extLst>
              <a:ext uri="{FF2B5EF4-FFF2-40B4-BE49-F238E27FC236}">
                <a16:creationId xmlns:a16="http://schemas.microsoft.com/office/drawing/2014/main" id="{613951AA-513E-2A75-082F-24C4606087DF}"/>
              </a:ext>
            </a:extLst>
          </p:cNvPr>
          <p:cNvSpPr/>
          <p:nvPr/>
        </p:nvSpPr>
        <p:spPr>
          <a:xfrm>
            <a:off x="9404825" y="950638"/>
            <a:ext cx="2517723" cy="975043"/>
          </a:xfrm>
          <a:prstGeom prst="parallelogram">
            <a:avLst/>
          </a:prstGeom>
          <a:solidFill>
            <a:srgbClr val="007894"/>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de-DE" b="1" dirty="0" err="1"/>
              <a:t>Predict</a:t>
            </a:r>
            <a:r>
              <a:rPr lang="de-DE" b="1" dirty="0"/>
              <a:t> CLV </a:t>
            </a:r>
            <a:r>
              <a:rPr lang="de-DE" b="1" dirty="0" err="1"/>
              <a:t>of</a:t>
            </a:r>
            <a:r>
              <a:rPr lang="de-DE" b="1" dirty="0"/>
              <a:t> all </a:t>
            </a:r>
            <a:r>
              <a:rPr lang="de-DE" b="1" dirty="0" err="1"/>
              <a:t>customers</a:t>
            </a:r>
            <a:endParaRPr lang="en-US" b="1" dirty="0"/>
          </a:p>
        </p:txBody>
      </p:sp>
      <p:cxnSp>
        <p:nvCxnSpPr>
          <p:cNvPr id="34" name="Gerade Verbindung mit Pfeil 33">
            <a:extLst>
              <a:ext uri="{FF2B5EF4-FFF2-40B4-BE49-F238E27FC236}">
                <a16:creationId xmlns:a16="http://schemas.microsoft.com/office/drawing/2014/main" id="{8901914F-F277-0900-0829-785BB6C19427}"/>
              </a:ext>
            </a:extLst>
          </p:cNvPr>
          <p:cNvCxnSpPr>
            <a:stCxn id="15" idx="3"/>
            <a:endCxn id="32" idx="5"/>
          </p:cNvCxnSpPr>
          <p:nvPr/>
        </p:nvCxnSpPr>
        <p:spPr>
          <a:xfrm flipV="1">
            <a:off x="8894139" y="1438160"/>
            <a:ext cx="632566" cy="1"/>
          </a:xfrm>
          <a:prstGeom prst="straightConnector1">
            <a:avLst/>
          </a:prstGeom>
          <a:ln w="12700">
            <a:solidFill>
              <a:srgbClr val="007894"/>
            </a:solidFill>
            <a:tailEnd type="triangle"/>
          </a:ln>
        </p:spPr>
        <p:style>
          <a:lnRef idx="1">
            <a:schemeClr val="accent1"/>
          </a:lnRef>
          <a:fillRef idx="0">
            <a:schemeClr val="accent1"/>
          </a:fillRef>
          <a:effectRef idx="0">
            <a:schemeClr val="accent1"/>
          </a:effectRef>
          <a:fontRef idx="minor">
            <a:schemeClr val="tx1"/>
          </a:fontRef>
        </p:style>
      </p:cxnSp>
      <p:sp>
        <p:nvSpPr>
          <p:cNvPr id="35" name="Rechteck: abgerundete Ecken 34">
            <a:extLst>
              <a:ext uri="{FF2B5EF4-FFF2-40B4-BE49-F238E27FC236}">
                <a16:creationId xmlns:a16="http://schemas.microsoft.com/office/drawing/2014/main" id="{240656D3-A9A9-898E-D62C-D5A0D29BC1C8}"/>
              </a:ext>
            </a:extLst>
          </p:cNvPr>
          <p:cNvSpPr/>
          <p:nvPr/>
        </p:nvSpPr>
        <p:spPr>
          <a:xfrm>
            <a:off x="9404825" y="2466102"/>
            <a:ext cx="2395843" cy="975043"/>
          </a:xfrm>
          <a:prstGeom prst="roundRect">
            <a:avLst/>
          </a:prstGeom>
          <a:solidFill>
            <a:srgbClr val="007894"/>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de-DE" dirty="0"/>
              <a:t>Combine </a:t>
            </a:r>
            <a:r>
              <a:rPr lang="de-DE" dirty="0" err="1"/>
              <a:t>predictions</a:t>
            </a:r>
            <a:endParaRPr lang="en-US" dirty="0"/>
          </a:p>
        </p:txBody>
      </p:sp>
      <p:cxnSp>
        <p:nvCxnSpPr>
          <p:cNvPr id="37" name="Gerade Verbindung mit Pfeil 36">
            <a:extLst>
              <a:ext uri="{FF2B5EF4-FFF2-40B4-BE49-F238E27FC236}">
                <a16:creationId xmlns:a16="http://schemas.microsoft.com/office/drawing/2014/main" id="{147FD4DA-6F94-6689-9864-F4EDF97601A3}"/>
              </a:ext>
            </a:extLst>
          </p:cNvPr>
          <p:cNvCxnSpPr>
            <a:cxnSpLocks/>
          </p:cNvCxnSpPr>
          <p:nvPr/>
        </p:nvCxnSpPr>
        <p:spPr>
          <a:xfrm flipH="1">
            <a:off x="10602746" y="1926290"/>
            <a:ext cx="1" cy="522000"/>
          </a:xfrm>
          <a:prstGeom prst="straightConnector1">
            <a:avLst/>
          </a:prstGeom>
          <a:ln w="12700">
            <a:solidFill>
              <a:srgbClr val="007894"/>
            </a:solidFill>
            <a:tailEnd type="triangle"/>
          </a:ln>
        </p:spPr>
        <p:style>
          <a:lnRef idx="1">
            <a:schemeClr val="accent1"/>
          </a:lnRef>
          <a:fillRef idx="0">
            <a:schemeClr val="accent1"/>
          </a:fillRef>
          <a:effectRef idx="0">
            <a:schemeClr val="accent1"/>
          </a:effectRef>
          <a:fontRef idx="minor">
            <a:schemeClr val="tx1"/>
          </a:fontRef>
        </p:style>
      </p:cxnSp>
      <p:cxnSp>
        <p:nvCxnSpPr>
          <p:cNvPr id="41" name="Gerade Verbindung mit Pfeil 40">
            <a:extLst>
              <a:ext uri="{FF2B5EF4-FFF2-40B4-BE49-F238E27FC236}">
                <a16:creationId xmlns:a16="http://schemas.microsoft.com/office/drawing/2014/main" id="{A60BD76F-BA83-9240-B1FC-F2703ADEE2FC}"/>
              </a:ext>
            </a:extLst>
          </p:cNvPr>
          <p:cNvCxnSpPr>
            <a:stCxn id="16" idx="2"/>
            <a:endCxn id="35" idx="1"/>
          </p:cNvCxnSpPr>
          <p:nvPr/>
        </p:nvCxnSpPr>
        <p:spPr>
          <a:xfrm>
            <a:off x="8808835" y="2953624"/>
            <a:ext cx="595990" cy="0"/>
          </a:xfrm>
          <a:prstGeom prst="straightConnector1">
            <a:avLst/>
          </a:prstGeom>
          <a:ln w="12700">
            <a:solidFill>
              <a:srgbClr val="007894"/>
            </a:solidFill>
            <a:tailEnd type="triangle"/>
          </a:ln>
        </p:spPr>
        <p:style>
          <a:lnRef idx="1">
            <a:schemeClr val="accent1"/>
          </a:lnRef>
          <a:fillRef idx="0">
            <a:schemeClr val="accent1"/>
          </a:fillRef>
          <a:effectRef idx="0">
            <a:schemeClr val="accent1"/>
          </a:effectRef>
          <a:fontRef idx="minor">
            <a:schemeClr val="tx1"/>
          </a:fontRef>
        </p:style>
      </p:cxnSp>
      <p:sp>
        <p:nvSpPr>
          <p:cNvPr id="42" name="Rechteck 41">
            <a:extLst>
              <a:ext uri="{FF2B5EF4-FFF2-40B4-BE49-F238E27FC236}">
                <a16:creationId xmlns:a16="http://schemas.microsoft.com/office/drawing/2014/main" id="{823F4C7B-1A5C-37E1-B7A6-5566D0C242B7}"/>
              </a:ext>
            </a:extLst>
          </p:cNvPr>
          <p:cNvSpPr/>
          <p:nvPr/>
        </p:nvSpPr>
        <p:spPr>
          <a:xfrm>
            <a:off x="731837" y="3706368"/>
            <a:ext cx="5071555" cy="1424889"/>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b"/>
          <a:lstStyle/>
          <a:p>
            <a:pPr algn="ctr"/>
            <a:r>
              <a:rPr lang="en-US" dirty="0">
                <a:solidFill>
                  <a:schemeClr val="tx1"/>
                </a:solidFill>
              </a:rPr>
              <a:t>Stage 2 trained on only 439 active customers</a:t>
            </a:r>
            <a:br>
              <a:rPr lang="en-US" dirty="0">
                <a:solidFill>
                  <a:schemeClr val="tx1"/>
                </a:solidFill>
              </a:rPr>
            </a:br>
            <a:r>
              <a:rPr lang="en-US" dirty="0">
                <a:solidFill>
                  <a:schemeClr val="tx1"/>
                </a:solidFill>
              </a:rPr>
              <a:t>→ too sparse to learn high-value behavior</a:t>
            </a:r>
          </a:p>
        </p:txBody>
      </p:sp>
      <p:sp>
        <p:nvSpPr>
          <p:cNvPr id="43" name="Rechteck 42">
            <a:extLst>
              <a:ext uri="{FF2B5EF4-FFF2-40B4-BE49-F238E27FC236}">
                <a16:creationId xmlns:a16="http://schemas.microsoft.com/office/drawing/2014/main" id="{B9EFE047-0ECC-1B01-3775-1DE6D498FCE3}"/>
              </a:ext>
            </a:extLst>
          </p:cNvPr>
          <p:cNvSpPr/>
          <p:nvPr/>
        </p:nvSpPr>
        <p:spPr>
          <a:xfrm>
            <a:off x="6388607" y="3701229"/>
            <a:ext cx="5071555" cy="1424889"/>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b"/>
          <a:lstStyle/>
          <a:p>
            <a:pPr algn="ctr"/>
            <a:r>
              <a:rPr lang="en-US" dirty="0">
                <a:solidFill>
                  <a:schemeClr val="tx1"/>
                </a:solidFill>
              </a:rPr>
              <a:t>Can't explicitly zero out latent churners </a:t>
            </a:r>
            <a:br>
              <a:rPr lang="en-US" dirty="0">
                <a:solidFill>
                  <a:schemeClr val="tx1"/>
                </a:solidFill>
              </a:rPr>
            </a:br>
            <a:r>
              <a:rPr lang="en-US" dirty="0">
                <a:solidFill>
                  <a:schemeClr val="tx1"/>
                </a:solidFill>
              </a:rPr>
              <a:t>→ over-predicts dormant high-spenders</a:t>
            </a:r>
          </a:p>
        </p:txBody>
      </p:sp>
      <p:sp>
        <p:nvSpPr>
          <p:cNvPr id="44" name="Rechteck 43">
            <a:extLst>
              <a:ext uri="{FF2B5EF4-FFF2-40B4-BE49-F238E27FC236}">
                <a16:creationId xmlns:a16="http://schemas.microsoft.com/office/drawing/2014/main" id="{1DC672C4-E9B7-A972-6435-BB44A187C494}"/>
              </a:ext>
            </a:extLst>
          </p:cNvPr>
          <p:cNvSpPr/>
          <p:nvPr/>
        </p:nvSpPr>
        <p:spPr>
          <a:xfrm>
            <a:off x="731837" y="3694968"/>
            <a:ext cx="5071554" cy="694944"/>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b="1" dirty="0"/>
              <a:t>Why not a pure two-stage model?</a:t>
            </a:r>
          </a:p>
        </p:txBody>
      </p:sp>
      <p:sp>
        <p:nvSpPr>
          <p:cNvPr id="45" name="Rechteck 44">
            <a:extLst>
              <a:ext uri="{FF2B5EF4-FFF2-40B4-BE49-F238E27FC236}">
                <a16:creationId xmlns:a16="http://schemas.microsoft.com/office/drawing/2014/main" id="{F7F5872D-4114-113A-4E9A-FBDF04B6C59B}"/>
              </a:ext>
            </a:extLst>
          </p:cNvPr>
          <p:cNvSpPr/>
          <p:nvPr/>
        </p:nvSpPr>
        <p:spPr>
          <a:xfrm>
            <a:off x="6387227" y="3694968"/>
            <a:ext cx="5071554" cy="694944"/>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b="1" dirty="0"/>
              <a:t>Why not a single-stage model alone?</a:t>
            </a:r>
          </a:p>
        </p:txBody>
      </p:sp>
      <p:sp>
        <p:nvSpPr>
          <p:cNvPr id="46" name="Textplatzhalter 12">
            <a:extLst>
              <a:ext uri="{FF2B5EF4-FFF2-40B4-BE49-F238E27FC236}">
                <a16:creationId xmlns:a16="http://schemas.microsoft.com/office/drawing/2014/main" id="{05C0BA3E-F604-4149-02F8-513366EF769F}"/>
              </a:ext>
            </a:extLst>
          </p:cNvPr>
          <p:cNvSpPr txBox="1">
            <a:spLocks/>
          </p:cNvSpPr>
          <p:nvPr/>
        </p:nvSpPr>
        <p:spPr bwMode="auto">
          <a:xfrm rot="5400000">
            <a:off x="5976092" y="64671"/>
            <a:ext cx="238434" cy="10726946"/>
          </a:xfrm>
          <a:custGeom>
            <a:avLst/>
            <a:gdLst>
              <a:gd name="connsiteX0" fmla="*/ 0 w 671941"/>
              <a:gd name="connsiteY0" fmla="*/ 671941 h 1343882"/>
              <a:gd name="connsiteX1" fmla="*/ 335971 w 671941"/>
              <a:gd name="connsiteY1" fmla="*/ 0 h 1343882"/>
              <a:gd name="connsiteX2" fmla="*/ 671941 w 671941"/>
              <a:gd name="connsiteY2" fmla="*/ 671941 h 1343882"/>
              <a:gd name="connsiteX3" fmla="*/ 335971 w 671941"/>
              <a:gd name="connsiteY3" fmla="*/ 1343882 h 1343882"/>
              <a:gd name="connsiteX4" fmla="*/ 0 w 671941"/>
              <a:gd name="connsiteY4" fmla="*/ 671941 h 1343882"/>
              <a:gd name="connsiteX0" fmla="*/ 333954 w 335970"/>
              <a:gd name="connsiteY0" fmla="*/ 671941 h 1343882"/>
              <a:gd name="connsiteX1" fmla="*/ 0 w 335970"/>
              <a:gd name="connsiteY1" fmla="*/ 0 h 1343882"/>
              <a:gd name="connsiteX2" fmla="*/ 335970 w 335970"/>
              <a:gd name="connsiteY2" fmla="*/ 671941 h 1343882"/>
              <a:gd name="connsiteX3" fmla="*/ 0 w 335970"/>
              <a:gd name="connsiteY3" fmla="*/ 1343882 h 1343882"/>
              <a:gd name="connsiteX4" fmla="*/ 333954 w 335970"/>
              <a:gd name="connsiteY4" fmla="*/ 671941 h 1343882"/>
              <a:gd name="connsiteX0" fmla="*/ 0 w 1068721"/>
              <a:gd name="connsiteY0" fmla="*/ 701572 h 1343882"/>
              <a:gd name="connsiteX1" fmla="*/ 732751 w 1068721"/>
              <a:gd name="connsiteY1" fmla="*/ 0 h 1343882"/>
              <a:gd name="connsiteX2" fmla="*/ 1068721 w 1068721"/>
              <a:gd name="connsiteY2" fmla="*/ 671941 h 1343882"/>
              <a:gd name="connsiteX3" fmla="*/ 732751 w 1068721"/>
              <a:gd name="connsiteY3" fmla="*/ 1343882 h 1343882"/>
              <a:gd name="connsiteX4" fmla="*/ 0 w 1068721"/>
              <a:gd name="connsiteY4" fmla="*/ 701572 h 1343882"/>
              <a:gd name="connsiteX0" fmla="*/ 0 w 335970"/>
              <a:gd name="connsiteY0" fmla="*/ 1343882 h 1343882"/>
              <a:gd name="connsiteX1" fmla="*/ 0 w 335970"/>
              <a:gd name="connsiteY1" fmla="*/ 0 h 1343882"/>
              <a:gd name="connsiteX2" fmla="*/ 335970 w 335970"/>
              <a:gd name="connsiteY2" fmla="*/ 671941 h 1343882"/>
              <a:gd name="connsiteX3" fmla="*/ 0 w 335970"/>
              <a:gd name="connsiteY3" fmla="*/ 1343882 h 1343882"/>
              <a:gd name="connsiteX0" fmla="*/ 0 w 426682"/>
              <a:gd name="connsiteY0" fmla="*/ 0 h 1343882"/>
              <a:gd name="connsiteX1" fmla="*/ 335970 w 426682"/>
              <a:gd name="connsiteY1" fmla="*/ 671941 h 1343882"/>
              <a:gd name="connsiteX2" fmla="*/ 0 w 426682"/>
              <a:gd name="connsiteY2" fmla="*/ 1343882 h 1343882"/>
              <a:gd name="connsiteX3" fmla="*/ 426682 w 426682"/>
              <a:gd name="connsiteY3" fmla="*/ 853365 h 1343882"/>
              <a:gd name="connsiteX0" fmla="*/ 0 w 335970"/>
              <a:gd name="connsiteY0" fmla="*/ 0 h 1343882"/>
              <a:gd name="connsiteX1" fmla="*/ 335970 w 335970"/>
              <a:gd name="connsiteY1" fmla="*/ 671941 h 1343882"/>
              <a:gd name="connsiteX2" fmla="*/ 0 w 335970"/>
              <a:gd name="connsiteY2" fmla="*/ 1343882 h 1343882"/>
            </a:gdLst>
            <a:ahLst/>
            <a:cxnLst>
              <a:cxn ang="0">
                <a:pos x="connsiteX0" y="connsiteY0"/>
              </a:cxn>
              <a:cxn ang="0">
                <a:pos x="connsiteX1" y="connsiteY1"/>
              </a:cxn>
              <a:cxn ang="0">
                <a:pos x="connsiteX2" y="connsiteY2"/>
              </a:cxn>
            </a:cxnLst>
            <a:rect l="l" t="t" r="r" b="b"/>
            <a:pathLst>
              <a:path w="335970" h="1343882">
                <a:moveTo>
                  <a:pt x="0" y="0"/>
                </a:moveTo>
                <a:lnTo>
                  <a:pt x="335970" y="671941"/>
                </a:lnTo>
                <a:lnTo>
                  <a:pt x="0" y="1343882"/>
                </a:lnTo>
              </a:path>
            </a:pathLst>
          </a:custGeom>
          <a:noFill/>
          <a:ln w="19050" cap="rnd">
            <a:solidFill>
              <a:srgbClr val="215CAF"/>
            </a:solidFill>
          </a:ln>
          <a:extLst>
            <a:ext uri="{909E8E84-426E-40DD-AFC4-6F175D3DCCD1}">
              <a14:hiddenFill xmlns:a14="http://schemas.microsoft.com/office/drawing/2010/main">
                <a:solidFill>
                  <a:srgbClr val="FFFFFF"/>
                </a:solidFill>
              </a14:hiddenFill>
            </a:ext>
          </a:extLst>
        </p:spPr>
        <p:txBody>
          <a:bodyPr/>
          <a:lstStyle>
            <a:lvl1pPr marL="0" indent="0" algn="l" defTabSz="914400" rtl="0" eaLnBrk="1" latinLnBrk="0" hangingPunct="1">
              <a:lnSpc>
                <a:spcPct val="100000"/>
              </a:lnSpc>
              <a:spcBef>
                <a:spcPts val="1000"/>
              </a:spcBef>
              <a:buFont typeface="Arial" panose="020B0604020202020204" pitchFamily="34" charset="0"/>
              <a:buNone/>
              <a:defRPr sz="1800" kern="1200">
                <a:solidFill>
                  <a:schemeClr val="tx1"/>
                </a:solidFill>
                <a:latin typeface="+mn-lt"/>
                <a:ea typeface="+mn-ea"/>
                <a:cs typeface="+mn-cs"/>
              </a:defRPr>
            </a:lvl1pPr>
            <a:lvl2pPr marL="538163" indent="-271463" algn="l" defTabSz="914400" rtl="0" eaLnBrk="1" latinLnBrk="0" hangingPunct="1">
              <a:lnSpc>
                <a:spcPct val="100000"/>
              </a:lnSpc>
              <a:spcBef>
                <a:spcPts val="500"/>
              </a:spcBef>
              <a:buFont typeface="Symbol" panose="05050102010706020507" pitchFamily="18" charset="2"/>
              <a:buChar char="-"/>
              <a:defRPr sz="1800" kern="1200">
                <a:solidFill>
                  <a:schemeClr val="tx1"/>
                </a:solidFill>
                <a:latin typeface="+mn-lt"/>
                <a:ea typeface="+mn-ea"/>
                <a:cs typeface="+mn-cs"/>
              </a:defRPr>
            </a:lvl2pPr>
            <a:lvl3pPr marL="810000" indent="-270000" algn="l" defTabSz="914400" rtl="0" eaLnBrk="1" latinLnBrk="0" hangingPunct="1">
              <a:lnSpc>
                <a:spcPct val="100000"/>
              </a:lnSpc>
              <a:spcBef>
                <a:spcPts val="500"/>
              </a:spcBef>
              <a:buFont typeface="Symbol" panose="05050102010706020507" pitchFamily="18" charset="2"/>
              <a:buChar char="-"/>
              <a:defRPr sz="1800" kern="1200">
                <a:solidFill>
                  <a:schemeClr val="tx1"/>
                </a:solidFill>
                <a:latin typeface="+mn-lt"/>
                <a:ea typeface="+mn-ea"/>
                <a:cs typeface="+mn-cs"/>
              </a:defRPr>
            </a:lvl3pPr>
            <a:lvl4pPr marL="1080000" indent="-271463" algn="l" defTabSz="914400" rtl="0" eaLnBrk="1" latinLnBrk="0" hangingPunct="1">
              <a:lnSpc>
                <a:spcPct val="100000"/>
              </a:lnSpc>
              <a:spcBef>
                <a:spcPts val="500"/>
              </a:spcBef>
              <a:buFont typeface="Symbol" panose="05050102010706020507" pitchFamily="18" charset="2"/>
              <a:buChar char="-"/>
              <a:defRPr sz="1800" kern="1200">
                <a:solidFill>
                  <a:schemeClr val="tx1"/>
                </a:solidFill>
                <a:latin typeface="+mn-lt"/>
                <a:ea typeface="+mn-ea"/>
                <a:cs typeface="+mn-cs"/>
              </a:defRPr>
            </a:lvl4pPr>
            <a:lvl5pPr marL="1350000" indent="-270000" algn="l" defTabSz="914400" rtl="0" eaLnBrk="1" latinLnBrk="0" hangingPunct="1">
              <a:lnSpc>
                <a:spcPct val="100000"/>
              </a:lnSpc>
              <a:spcBef>
                <a:spcPts val="500"/>
              </a:spcBef>
              <a:buFont typeface="Symbol" panose="05050102010706020507" pitchFamily="18" charset="2"/>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de-DE"/>
              <a:t> </a:t>
            </a:r>
            <a:endParaRPr lang="de-DE" dirty="0"/>
          </a:p>
        </p:txBody>
      </p:sp>
    </p:spTree>
    <p:extLst>
      <p:ext uri="{BB962C8B-B14F-4D97-AF65-F5344CB8AC3E}">
        <p14:creationId xmlns:p14="http://schemas.microsoft.com/office/powerpoint/2010/main" val="2438526347"/>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553772CD-310C-3DD3-E54C-EE597E487929}"/>
              </a:ext>
            </a:extLst>
          </p:cNvPr>
          <p:cNvSpPr>
            <a:spLocks noGrp="1"/>
          </p:cNvSpPr>
          <p:nvPr>
            <p:ph type="title"/>
          </p:nvPr>
        </p:nvSpPr>
        <p:spPr/>
        <p:txBody>
          <a:bodyPr/>
          <a:lstStyle/>
          <a:p>
            <a:r>
              <a:rPr lang="de-DE" dirty="0"/>
              <a:t>Single-Stage </a:t>
            </a:r>
            <a:r>
              <a:rPr lang="de-DE" dirty="0" err="1"/>
              <a:t>LightGBM</a:t>
            </a:r>
            <a:r>
              <a:rPr lang="de-DE" dirty="0"/>
              <a:t> </a:t>
            </a:r>
            <a:r>
              <a:rPr lang="de-DE" dirty="0" err="1"/>
              <a:t>rediscovered</a:t>
            </a:r>
            <a:r>
              <a:rPr lang="de-DE" dirty="0"/>
              <a:t> </a:t>
            </a:r>
            <a:r>
              <a:rPr lang="de-DE" dirty="0" err="1"/>
              <a:t>the</a:t>
            </a:r>
            <a:r>
              <a:rPr lang="de-DE" dirty="0"/>
              <a:t> Segmentation</a:t>
            </a:r>
            <a:endParaRPr lang="en-US" dirty="0"/>
          </a:p>
        </p:txBody>
      </p:sp>
      <p:sp>
        <p:nvSpPr>
          <p:cNvPr id="3" name="Inhaltsplatzhalter 2">
            <a:extLst>
              <a:ext uri="{FF2B5EF4-FFF2-40B4-BE49-F238E27FC236}">
                <a16:creationId xmlns:a16="http://schemas.microsoft.com/office/drawing/2014/main" id="{B9519DF1-048C-F4AB-8C0A-ECFC50B9FE2B}"/>
              </a:ext>
            </a:extLst>
          </p:cNvPr>
          <p:cNvSpPr>
            <a:spLocks noGrp="1"/>
          </p:cNvSpPr>
          <p:nvPr>
            <p:ph idx="1"/>
          </p:nvPr>
        </p:nvSpPr>
        <p:spPr>
          <a:xfrm>
            <a:off x="731837" y="1824368"/>
            <a:ext cx="5256000" cy="3954639"/>
          </a:xfrm>
        </p:spPr>
        <p:txBody>
          <a:bodyPr/>
          <a:lstStyle/>
          <a:p>
            <a:r>
              <a:rPr lang="de-DE" dirty="0" err="1"/>
              <a:t>Recency</a:t>
            </a:r>
            <a:r>
              <a:rPr lang="de-DE" dirty="0"/>
              <a:t>, </a:t>
            </a:r>
            <a:r>
              <a:rPr lang="de-DE" dirty="0" err="1"/>
              <a:t>Monetary</a:t>
            </a:r>
            <a:r>
              <a:rPr lang="de-DE" dirty="0"/>
              <a:t>, </a:t>
            </a:r>
            <a:r>
              <a:rPr lang="de-DE" dirty="0" err="1"/>
              <a:t>Monetary</a:t>
            </a:r>
            <a:r>
              <a:rPr lang="de-DE" dirty="0"/>
              <a:t> x </a:t>
            </a:r>
            <a:r>
              <a:rPr lang="de-DE" dirty="0" err="1"/>
              <a:t>Frequency</a:t>
            </a:r>
            <a:r>
              <a:rPr lang="de-DE" dirty="0"/>
              <a:t> (RFM </a:t>
            </a:r>
            <a:r>
              <a:rPr lang="de-DE" dirty="0" err="1"/>
              <a:t>core</a:t>
            </a:r>
            <a:r>
              <a:rPr lang="de-DE" dirty="0"/>
              <a:t>)</a:t>
            </a:r>
          </a:p>
          <a:p>
            <a:r>
              <a:rPr lang="en-US" dirty="0"/>
              <a:t>Weighted revenue, avg revenue, revenue trend, </a:t>
            </a:r>
            <a:r>
              <a:rPr lang="en-US" dirty="0" err="1"/>
              <a:t>tenure_days</a:t>
            </a:r>
            <a:r>
              <a:rPr lang="en-US" dirty="0"/>
              <a:t>, </a:t>
            </a:r>
            <a:r>
              <a:rPr lang="en-US" dirty="0" err="1"/>
              <a:t>max_retail_price</a:t>
            </a:r>
            <a:r>
              <a:rPr lang="en-US" dirty="0"/>
              <a:t>, </a:t>
            </a:r>
            <a:r>
              <a:rPr lang="en-US" dirty="0" err="1"/>
              <a:t>avg_price_per_week</a:t>
            </a:r>
            <a:r>
              <a:rPr lang="en-US" dirty="0"/>
              <a:t> (behavioral depth) </a:t>
            </a:r>
          </a:p>
          <a:p>
            <a:r>
              <a:rPr lang="en-US" dirty="0"/>
              <a:t>Revenue per day, rentals per day, </a:t>
            </a:r>
            <a:r>
              <a:rPr lang="en-US" dirty="0" err="1"/>
              <a:t>pct_weekly_rentals</a:t>
            </a:r>
            <a:r>
              <a:rPr lang="en-US" dirty="0"/>
              <a:t> (velocity)</a:t>
            </a:r>
          </a:p>
          <a:p>
            <a:r>
              <a:rPr lang="en-US" dirty="0"/>
              <a:t>Summer rentals, active months (seasonality)</a:t>
            </a:r>
          </a:p>
          <a:p>
            <a:r>
              <a:rPr lang="en-US" b="1" dirty="0"/>
              <a:t>cluster_affinity_0 (Bags), </a:t>
            </a:r>
            <a:br>
              <a:rPr lang="en-US" b="1" dirty="0"/>
            </a:br>
            <a:r>
              <a:rPr lang="en-US" b="1" dirty="0"/>
              <a:t>cluster_affinity_1 (Tops), </a:t>
            </a:r>
            <a:br>
              <a:rPr lang="en-US" b="1" dirty="0"/>
            </a:br>
            <a:r>
              <a:rPr lang="en-US" b="1" dirty="0"/>
              <a:t>cluster_affinity_2 (Dresses),</a:t>
            </a:r>
            <a:br>
              <a:rPr lang="en-US" b="1" dirty="0"/>
            </a:br>
            <a:r>
              <a:rPr lang="en-US" b="1" dirty="0"/>
              <a:t>cluster_affinity_7 (Jackets)</a:t>
            </a:r>
            <a:endParaRPr lang="en-US" dirty="0"/>
          </a:p>
        </p:txBody>
      </p:sp>
      <p:sp>
        <p:nvSpPr>
          <p:cNvPr id="4" name="Datumsplatzhalter 3">
            <a:extLst>
              <a:ext uri="{FF2B5EF4-FFF2-40B4-BE49-F238E27FC236}">
                <a16:creationId xmlns:a16="http://schemas.microsoft.com/office/drawing/2014/main" id="{D889E5B2-87B5-EDF1-5E84-453FC81ED780}"/>
              </a:ext>
            </a:extLst>
          </p:cNvPr>
          <p:cNvSpPr>
            <a:spLocks noGrp="1"/>
          </p:cNvSpPr>
          <p:nvPr>
            <p:ph type="dt" sz="half" idx="10"/>
          </p:nvPr>
        </p:nvSpPr>
        <p:spPr/>
        <p:txBody>
          <a:bodyPr/>
          <a:lstStyle/>
          <a:p>
            <a:fld id="{68EF82BE-DF56-4719-B180-C3B0D509F71F}" type="datetime1">
              <a:rPr lang="de-CH" noProof="0" smtClean="0"/>
              <a:t>28.04.2026</a:t>
            </a:fld>
            <a:endParaRPr lang="de-CH" noProof="0"/>
          </a:p>
        </p:txBody>
      </p:sp>
      <p:sp>
        <p:nvSpPr>
          <p:cNvPr id="5" name="Fußzeilenplatzhalter 4">
            <a:extLst>
              <a:ext uri="{FF2B5EF4-FFF2-40B4-BE49-F238E27FC236}">
                <a16:creationId xmlns:a16="http://schemas.microsoft.com/office/drawing/2014/main" id="{40EDCB64-FEAF-EFB7-C2D1-A126D04839FA}"/>
              </a:ext>
            </a:extLst>
          </p:cNvPr>
          <p:cNvSpPr>
            <a:spLocks noGrp="1"/>
          </p:cNvSpPr>
          <p:nvPr>
            <p:ph type="ftr" sz="quarter" idx="11"/>
          </p:nvPr>
        </p:nvSpPr>
        <p:spPr/>
        <p:txBody>
          <a:bodyPr/>
          <a:lstStyle/>
          <a:p>
            <a:r>
              <a:rPr lang="de-DE" noProof="0"/>
              <a:t>Organisationseinheit verbal</a:t>
            </a:r>
            <a:endParaRPr lang="de-CH" noProof="0"/>
          </a:p>
        </p:txBody>
      </p:sp>
      <p:sp>
        <p:nvSpPr>
          <p:cNvPr id="6" name="Foliennummernplatzhalter 5">
            <a:extLst>
              <a:ext uri="{FF2B5EF4-FFF2-40B4-BE49-F238E27FC236}">
                <a16:creationId xmlns:a16="http://schemas.microsoft.com/office/drawing/2014/main" id="{EEDC4E02-A0AA-EC0B-0957-332AE766D41D}"/>
              </a:ext>
            </a:extLst>
          </p:cNvPr>
          <p:cNvSpPr>
            <a:spLocks noGrp="1"/>
          </p:cNvSpPr>
          <p:nvPr>
            <p:ph type="sldNum" sz="quarter" idx="12"/>
          </p:nvPr>
        </p:nvSpPr>
        <p:spPr/>
        <p:txBody>
          <a:bodyPr/>
          <a:lstStyle/>
          <a:p>
            <a:fld id="{5ACA52AF-F19D-405C-AD5F-7D94B96A5CC3}" type="slidenum">
              <a:rPr lang="de-CH" noProof="0" smtClean="0"/>
              <a:t>7</a:t>
            </a:fld>
            <a:endParaRPr lang="de-CH" noProof="0"/>
          </a:p>
        </p:txBody>
      </p:sp>
      <p:sp>
        <p:nvSpPr>
          <p:cNvPr id="9" name="Textplatzhalter 31">
            <a:extLst>
              <a:ext uri="{FF2B5EF4-FFF2-40B4-BE49-F238E27FC236}">
                <a16:creationId xmlns:a16="http://schemas.microsoft.com/office/drawing/2014/main" id="{9F9E9F9D-03C6-38AB-B9B6-316881435378}"/>
              </a:ext>
            </a:extLst>
          </p:cNvPr>
          <p:cNvSpPr txBox="1">
            <a:spLocks/>
          </p:cNvSpPr>
          <p:nvPr/>
        </p:nvSpPr>
        <p:spPr>
          <a:xfrm>
            <a:off x="1080000" y="1260475"/>
            <a:ext cx="4500000" cy="358775"/>
          </a:xfrm>
          <a:prstGeom prst="rect">
            <a:avLst/>
          </a:prstGeom>
        </p:spPr>
        <p:txBody>
          <a:bodyPr anchor="ctr"/>
          <a:lstStyle>
            <a:lvl1pPr marL="0" indent="0" algn="ctr" defTabSz="914400" rtl="0" eaLnBrk="1" latinLnBrk="0" hangingPunct="1">
              <a:lnSpc>
                <a:spcPct val="100000"/>
              </a:lnSpc>
              <a:spcBef>
                <a:spcPts val="1000"/>
              </a:spcBef>
              <a:buFont typeface="Arial" panose="020B0604020202020204" pitchFamily="34" charset="0"/>
              <a:buNone/>
              <a:defRPr sz="1800" kern="1200">
                <a:solidFill>
                  <a:schemeClr val="accent1"/>
                </a:solidFill>
                <a:latin typeface="+mn-lt"/>
                <a:ea typeface="+mn-ea"/>
                <a:cs typeface="+mn-cs"/>
              </a:defRPr>
            </a:lvl1pPr>
            <a:lvl2pPr marL="538163" indent="-271463" algn="l" defTabSz="914400" rtl="0" eaLnBrk="1" latinLnBrk="0" hangingPunct="1">
              <a:lnSpc>
                <a:spcPct val="100000"/>
              </a:lnSpc>
              <a:spcBef>
                <a:spcPts val="500"/>
              </a:spcBef>
              <a:buFont typeface="Symbol" panose="05050102010706020507" pitchFamily="18" charset="2"/>
              <a:buChar char="-"/>
              <a:defRPr sz="1800" kern="1200">
                <a:solidFill>
                  <a:schemeClr val="tx1"/>
                </a:solidFill>
                <a:latin typeface="+mn-lt"/>
                <a:ea typeface="+mn-ea"/>
                <a:cs typeface="+mn-cs"/>
              </a:defRPr>
            </a:lvl2pPr>
            <a:lvl3pPr marL="810000" indent="-270000" algn="l" defTabSz="914400" rtl="0" eaLnBrk="1" latinLnBrk="0" hangingPunct="1">
              <a:lnSpc>
                <a:spcPct val="100000"/>
              </a:lnSpc>
              <a:spcBef>
                <a:spcPts val="500"/>
              </a:spcBef>
              <a:buFont typeface="Symbol" panose="05050102010706020507" pitchFamily="18" charset="2"/>
              <a:buChar char="-"/>
              <a:defRPr sz="1800" kern="1200">
                <a:solidFill>
                  <a:schemeClr val="tx1"/>
                </a:solidFill>
                <a:latin typeface="+mn-lt"/>
                <a:ea typeface="+mn-ea"/>
                <a:cs typeface="+mn-cs"/>
              </a:defRPr>
            </a:lvl3pPr>
            <a:lvl4pPr marL="1080000" indent="-271463" algn="l" defTabSz="914400" rtl="0" eaLnBrk="1" latinLnBrk="0" hangingPunct="1">
              <a:lnSpc>
                <a:spcPct val="100000"/>
              </a:lnSpc>
              <a:spcBef>
                <a:spcPts val="500"/>
              </a:spcBef>
              <a:buFont typeface="Symbol" panose="05050102010706020507" pitchFamily="18" charset="2"/>
              <a:buChar char="-"/>
              <a:defRPr sz="1800" kern="1200">
                <a:solidFill>
                  <a:schemeClr val="tx1"/>
                </a:solidFill>
                <a:latin typeface="+mn-lt"/>
                <a:ea typeface="+mn-ea"/>
                <a:cs typeface="+mn-cs"/>
              </a:defRPr>
            </a:lvl4pPr>
            <a:lvl5pPr marL="1350000" indent="-270000" algn="l" defTabSz="914400" rtl="0" eaLnBrk="1" latinLnBrk="0" hangingPunct="1">
              <a:lnSpc>
                <a:spcPct val="100000"/>
              </a:lnSpc>
              <a:spcBef>
                <a:spcPts val="500"/>
              </a:spcBef>
              <a:buFont typeface="Symbol" panose="05050102010706020507" pitchFamily="18" charset="2"/>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de-DE" dirty="0">
                <a:solidFill>
                  <a:srgbClr val="215CAF"/>
                </a:solidFill>
              </a:rPr>
              <a:t>SFS Selected Features (</a:t>
            </a:r>
            <a:r>
              <a:rPr lang="de-DE" dirty="0" err="1">
                <a:solidFill>
                  <a:srgbClr val="215CAF"/>
                </a:solidFill>
              </a:rPr>
              <a:t>grouped</a:t>
            </a:r>
            <a:r>
              <a:rPr lang="de-DE" dirty="0">
                <a:solidFill>
                  <a:srgbClr val="215CAF"/>
                </a:solidFill>
              </a:rPr>
              <a:t>)</a:t>
            </a:r>
          </a:p>
        </p:txBody>
      </p:sp>
      <p:sp>
        <p:nvSpPr>
          <p:cNvPr id="10" name="Textplatzhalter 31">
            <a:extLst>
              <a:ext uri="{FF2B5EF4-FFF2-40B4-BE49-F238E27FC236}">
                <a16:creationId xmlns:a16="http://schemas.microsoft.com/office/drawing/2014/main" id="{EAE829C4-7147-086C-D096-5C8F0B45D75E}"/>
              </a:ext>
            </a:extLst>
          </p:cNvPr>
          <p:cNvSpPr txBox="1">
            <a:spLocks/>
          </p:cNvSpPr>
          <p:nvPr/>
        </p:nvSpPr>
        <p:spPr>
          <a:xfrm>
            <a:off x="6300788" y="1260475"/>
            <a:ext cx="4500000" cy="358775"/>
          </a:xfrm>
          <a:prstGeom prst="rect">
            <a:avLst/>
          </a:prstGeom>
        </p:spPr>
        <p:txBody>
          <a:bodyPr anchor="ctr"/>
          <a:lstStyle>
            <a:lvl1pPr marL="0" indent="0" algn="ctr" defTabSz="914400" rtl="0" eaLnBrk="1" latinLnBrk="0" hangingPunct="1">
              <a:lnSpc>
                <a:spcPct val="100000"/>
              </a:lnSpc>
              <a:spcBef>
                <a:spcPts val="1000"/>
              </a:spcBef>
              <a:buFont typeface="Arial" panose="020B0604020202020204" pitchFamily="34" charset="0"/>
              <a:buNone/>
              <a:defRPr sz="1800" kern="1200">
                <a:solidFill>
                  <a:schemeClr val="accent1"/>
                </a:solidFill>
                <a:latin typeface="+mn-lt"/>
                <a:ea typeface="+mn-ea"/>
                <a:cs typeface="+mn-cs"/>
              </a:defRPr>
            </a:lvl1pPr>
            <a:lvl2pPr marL="538163" indent="-271463" algn="l" defTabSz="914400" rtl="0" eaLnBrk="1" latinLnBrk="0" hangingPunct="1">
              <a:lnSpc>
                <a:spcPct val="100000"/>
              </a:lnSpc>
              <a:spcBef>
                <a:spcPts val="500"/>
              </a:spcBef>
              <a:buFont typeface="Symbol" panose="05050102010706020507" pitchFamily="18" charset="2"/>
              <a:buChar char="-"/>
              <a:defRPr sz="1800" kern="1200">
                <a:solidFill>
                  <a:schemeClr val="tx1"/>
                </a:solidFill>
                <a:latin typeface="+mn-lt"/>
                <a:ea typeface="+mn-ea"/>
                <a:cs typeface="+mn-cs"/>
              </a:defRPr>
            </a:lvl2pPr>
            <a:lvl3pPr marL="810000" indent="-270000" algn="l" defTabSz="914400" rtl="0" eaLnBrk="1" latinLnBrk="0" hangingPunct="1">
              <a:lnSpc>
                <a:spcPct val="100000"/>
              </a:lnSpc>
              <a:spcBef>
                <a:spcPts val="500"/>
              </a:spcBef>
              <a:buFont typeface="Symbol" panose="05050102010706020507" pitchFamily="18" charset="2"/>
              <a:buChar char="-"/>
              <a:defRPr sz="1800" kern="1200">
                <a:solidFill>
                  <a:schemeClr val="tx1"/>
                </a:solidFill>
                <a:latin typeface="+mn-lt"/>
                <a:ea typeface="+mn-ea"/>
                <a:cs typeface="+mn-cs"/>
              </a:defRPr>
            </a:lvl3pPr>
            <a:lvl4pPr marL="1080000" indent="-271463" algn="l" defTabSz="914400" rtl="0" eaLnBrk="1" latinLnBrk="0" hangingPunct="1">
              <a:lnSpc>
                <a:spcPct val="100000"/>
              </a:lnSpc>
              <a:spcBef>
                <a:spcPts val="500"/>
              </a:spcBef>
              <a:buFont typeface="Symbol" panose="05050102010706020507" pitchFamily="18" charset="2"/>
              <a:buChar char="-"/>
              <a:defRPr sz="1800" kern="1200">
                <a:solidFill>
                  <a:schemeClr val="tx1"/>
                </a:solidFill>
                <a:latin typeface="+mn-lt"/>
                <a:ea typeface="+mn-ea"/>
                <a:cs typeface="+mn-cs"/>
              </a:defRPr>
            </a:lvl4pPr>
            <a:lvl5pPr marL="1350000" indent="-270000" algn="l" defTabSz="914400" rtl="0" eaLnBrk="1" latinLnBrk="0" hangingPunct="1">
              <a:lnSpc>
                <a:spcPct val="100000"/>
              </a:lnSpc>
              <a:spcBef>
                <a:spcPts val="500"/>
              </a:spcBef>
              <a:buFont typeface="Symbol" panose="05050102010706020507" pitchFamily="18" charset="2"/>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de-DE" dirty="0"/>
              <a:t>Segmentation </a:t>
            </a:r>
            <a:r>
              <a:rPr lang="de-DE" dirty="0" err="1"/>
              <a:t>Findings</a:t>
            </a:r>
            <a:endParaRPr lang="de-DE" dirty="0"/>
          </a:p>
        </p:txBody>
      </p:sp>
      <p:sp>
        <p:nvSpPr>
          <p:cNvPr id="11" name="Textplatzhalter 8">
            <a:extLst>
              <a:ext uri="{FF2B5EF4-FFF2-40B4-BE49-F238E27FC236}">
                <a16:creationId xmlns:a16="http://schemas.microsoft.com/office/drawing/2014/main" id="{70809E54-15A0-15C9-D52C-F044D298D4C9}"/>
              </a:ext>
            </a:extLst>
          </p:cNvPr>
          <p:cNvSpPr txBox="1">
            <a:spLocks/>
          </p:cNvSpPr>
          <p:nvPr/>
        </p:nvSpPr>
        <p:spPr bwMode="auto">
          <a:xfrm>
            <a:off x="1080000" y="1619250"/>
            <a:ext cx="4500000" cy="107950"/>
          </a:xfrm>
          <a:custGeom>
            <a:avLst/>
            <a:gdLst>
              <a:gd name="connsiteX0" fmla="*/ 0 w 4679950"/>
              <a:gd name="connsiteY0" fmla="*/ 0 h 358775"/>
              <a:gd name="connsiteX1" fmla="*/ 4679950 w 4679950"/>
              <a:gd name="connsiteY1" fmla="*/ 0 h 358775"/>
              <a:gd name="connsiteX2" fmla="*/ 4679950 w 4679950"/>
              <a:gd name="connsiteY2" fmla="*/ 358775 h 358775"/>
              <a:gd name="connsiteX3" fmla="*/ 0 w 4679950"/>
              <a:gd name="connsiteY3" fmla="*/ 358775 h 358775"/>
              <a:gd name="connsiteX4" fmla="*/ 0 w 4679950"/>
              <a:gd name="connsiteY4" fmla="*/ 0 h 358775"/>
              <a:gd name="connsiteX0" fmla="*/ 0 w 4679950"/>
              <a:gd name="connsiteY0" fmla="*/ 0 h 358775"/>
              <a:gd name="connsiteX1" fmla="*/ 4679950 w 4679950"/>
              <a:gd name="connsiteY1" fmla="*/ 0 h 358775"/>
              <a:gd name="connsiteX2" fmla="*/ 4679950 w 4679950"/>
              <a:gd name="connsiteY2" fmla="*/ 358775 h 358775"/>
              <a:gd name="connsiteX3" fmla="*/ 0 w 4679950"/>
              <a:gd name="connsiteY3" fmla="*/ 0 h 358775"/>
              <a:gd name="connsiteX0" fmla="*/ 0 w 4679950"/>
              <a:gd name="connsiteY0" fmla="*/ 0 h 0"/>
              <a:gd name="connsiteX1" fmla="*/ 4679950 w 4679950"/>
              <a:gd name="connsiteY1" fmla="*/ 0 h 0"/>
              <a:gd name="connsiteX2" fmla="*/ 0 w 4679950"/>
              <a:gd name="connsiteY2" fmla="*/ 0 h 0"/>
            </a:gdLst>
            <a:ahLst/>
            <a:cxnLst>
              <a:cxn ang="0">
                <a:pos x="connsiteX0" y="connsiteY0"/>
              </a:cxn>
              <a:cxn ang="0">
                <a:pos x="connsiteX1" y="connsiteY1"/>
              </a:cxn>
              <a:cxn ang="0">
                <a:pos x="connsiteX2" y="connsiteY2"/>
              </a:cxn>
            </a:cxnLst>
            <a:rect l="l" t="t" r="r" b="b"/>
            <a:pathLst>
              <a:path w="4679950">
                <a:moveTo>
                  <a:pt x="0" y="0"/>
                </a:moveTo>
                <a:lnTo>
                  <a:pt x="4679950" y="0"/>
                </a:lnTo>
                <a:lnTo>
                  <a:pt x="0" y="0"/>
                </a:lnTo>
                <a:close/>
              </a:path>
            </a:pathLst>
          </a:custGeom>
          <a:noFill/>
          <a:ln w="19050">
            <a:solidFill>
              <a:srgbClr val="215CAF"/>
            </a:solidFill>
          </a:ln>
          <a:extLst>
            <a:ext uri="{909E8E84-426E-40DD-AFC4-6F175D3DCCD1}">
              <a14:hiddenFill xmlns:a14="http://schemas.microsoft.com/office/drawing/2010/main">
                <a:solidFill>
                  <a:srgbClr val="FFFFFF"/>
                </a:solidFill>
              </a14:hiddenFill>
            </a:ext>
          </a:extLst>
        </p:spPr>
        <p:txBody>
          <a:bodyPr anchor="t"/>
          <a:lstStyle>
            <a:lvl1pPr marL="0" indent="0" algn="ctr" defTabSz="914400" rtl="0" eaLnBrk="1" latinLnBrk="0" hangingPunct="1">
              <a:lnSpc>
                <a:spcPct val="100000"/>
              </a:lnSpc>
              <a:spcBef>
                <a:spcPts val="1000"/>
              </a:spcBef>
              <a:buFont typeface="Arial" panose="020B0604020202020204" pitchFamily="34" charset="0"/>
              <a:buNone/>
              <a:defRPr sz="1800" kern="1200">
                <a:solidFill>
                  <a:schemeClr val="tx1"/>
                </a:solidFill>
                <a:latin typeface="+mn-lt"/>
                <a:ea typeface="+mn-ea"/>
                <a:cs typeface="+mn-cs"/>
              </a:defRPr>
            </a:lvl1pPr>
            <a:lvl2pPr marL="538163" indent="-271463" algn="l" defTabSz="914400" rtl="0" eaLnBrk="1" latinLnBrk="0" hangingPunct="1">
              <a:lnSpc>
                <a:spcPct val="100000"/>
              </a:lnSpc>
              <a:spcBef>
                <a:spcPts val="500"/>
              </a:spcBef>
              <a:buFont typeface="Symbol" panose="05050102010706020507" pitchFamily="18" charset="2"/>
              <a:buChar char="-"/>
              <a:defRPr sz="1800" kern="1200">
                <a:solidFill>
                  <a:schemeClr val="tx1"/>
                </a:solidFill>
                <a:latin typeface="+mn-lt"/>
                <a:ea typeface="+mn-ea"/>
                <a:cs typeface="+mn-cs"/>
              </a:defRPr>
            </a:lvl2pPr>
            <a:lvl3pPr marL="810000" indent="-270000" algn="l" defTabSz="914400" rtl="0" eaLnBrk="1" latinLnBrk="0" hangingPunct="1">
              <a:lnSpc>
                <a:spcPct val="100000"/>
              </a:lnSpc>
              <a:spcBef>
                <a:spcPts val="500"/>
              </a:spcBef>
              <a:buFont typeface="Symbol" panose="05050102010706020507" pitchFamily="18" charset="2"/>
              <a:buChar char="-"/>
              <a:defRPr sz="1800" kern="1200">
                <a:solidFill>
                  <a:schemeClr val="tx1"/>
                </a:solidFill>
                <a:latin typeface="+mn-lt"/>
                <a:ea typeface="+mn-ea"/>
                <a:cs typeface="+mn-cs"/>
              </a:defRPr>
            </a:lvl3pPr>
            <a:lvl4pPr marL="1080000" indent="-271463" algn="l" defTabSz="914400" rtl="0" eaLnBrk="1" latinLnBrk="0" hangingPunct="1">
              <a:lnSpc>
                <a:spcPct val="100000"/>
              </a:lnSpc>
              <a:spcBef>
                <a:spcPts val="500"/>
              </a:spcBef>
              <a:buFont typeface="Symbol" panose="05050102010706020507" pitchFamily="18" charset="2"/>
              <a:buChar char="-"/>
              <a:defRPr sz="1800" kern="1200">
                <a:solidFill>
                  <a:schemeClr val="tx1"/>
                </a:solidFill>
                <a:latin typeface="+mn-lt"/>
                <a:ea typeface="+mn-ea"/>
                <a:cs typeface="+mn-cs"/>
              </a:defRPr>
            </a:lvl4pPr>
            <a:lvl5pPr marL="1350000" indent="-270000" algn="l" defTabSz="914400" rtl="0" eaLnBrk="1" latinLnBrk="0" hangingPunct="1">
              <a:lnSpc>
                <a:spcPct val="100000"/>
              </a:lnSpc>
              <a:spcBef>
                <a:spcPts val="500"/>
              </a:spcBef>
              <a:buFont typeface="Symbol" panose="05050102010706020507" pitchFamily="18" charset="2"/>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de-DE"/>
              <a:t> </a:t>
            </a:r>
            <a:endParaRPr lang="de-DE" dirty="0"/>
          </a:p>
        </p:txBody>
      </p:sp>
      <p:sp>
        <p:nvSpPr>
          <p:cNvPr id="12" name="Textplatzhalter 8">
            <a:extLst>
              <a:ext uri="{FF2B5EF4-FFF2-40B4-BE49-F238E27FC236}">
                <a16:creationId xmlns:a16="http://schemas.microsoft.com/office/drawing/2014/main" id="{4707ABA6-1E6E-D7BA-1D43-BB1CAFC1B590}"/>
              </a:ext>
            </a:extLst>
          </p:cNvPr>
          <p:cNvSpPr txBox="1">
            <a:spLocks/>
          </p:cNvSpPr>
          <p:nvPr/>
        </p:nvSpPr>
        <p:spPr bwMode="auto">
          <a:xfrm>
            <a:off x="6300738" y="1619250"/>
            <a:ext cx="4500000" cy="107950"/>
          </a:xfrm>
          <a:custGeom>
            <a:avLst/>
            <a:gdLst>
              <a:gd name="connsiteX0" fmla="*/ 0 w 4679950"/>
              <a:gd name="connsiteY0" fmla="*/ 0 h 358775"/>
              <a:gd name="connsiteX1" fmla="*/ 4679950 w 4679950"/>
              <a:gd name="connsiteY1" fmla="*/ 0 h 358775"/>
              <a:gd name="connsiteX2" fmla="*/ 4679950 w 4679950"/>
              <a:gd name="connsiteY2" fmla="*/ 358775 h 358775"/>
              <a:gd name="connsiteX3" fmla="*/ 0 w 4679950"/>
              <a:gd name="connsiteY3" fmla="*/ 358775 h 358775"/>
              <a:gd name="connsiteX4" fmla="*/ 0 w 4679950"/>
              <a:gd name="connsiteY4" fmla="*/ 0 h 358775"/>
              <a:gd name="connsiteX0" fmla="*/ 0 w 4679950"/>
              <a:gd name="connsiteY0" fmla="*/ 0 h 358775"/>
              <a:gd name="connsiteX1" fmla="*/ 4679950 w 4679950"/>
              <a:gd name="connsiteY1" fmla="*/ 0 h 358775"/>
              <a:gd name="connsiteX2" fmla="*/ 4679950 w 4679950"/>
              <a:gd name="connsiteY2" fmla="*/ 358775 h 358775"/>
              <a:gd name="connsiteX3" fmla="*/ 0 w 4679950"/>
              <a:gd name="connsiteY3" fmla="*/ 0 h 358775"/>
              <a:gd name="connsiteX0" fmla="*/ 0 w 4679950"/>
              <a:gd name="connsiteY0" fmla="*/ 0 h 0"/>
              <a:gd name="connsiteX1" fmla="*/ 4679950 w 4679950"/>
              <a:gd name="connsiteY1" fmla="*/ 0 h 0"/>
              <a:gd name="connsiteX2" fmla="*/ 0 w 4679950"/>
              <a:gd name="connsiteY2" fmla="*/ 0 h 0"/>
            </a:gdLst>
            <a:ahLst/>
            <a:cxnLst>
              <a:cxn ang="0">
                <a:pos x="connsiteX0" y="connsiteY0"/>
              </a:cxn>
              <a:cxn ang="0">
                <a:pos x="connsiteX1" y="connsiteY1"/>
              </a:cxn>
              <a:cxn ang="0">
                <a:pos x="connsiteX2" y="connsiteY2"/>
              </a:cxn>
            </a:cxnLst>
            <a:rect l="l" t="t" r="r" b="b"/>
            <a:pathLst>
              <a:path w="4679950">
                <a:moveTo>
                  <a:pt x="0" y="0"/>
                </a:moveTo>
                <a:lnTo>
                  <a:pt x="4679950" y="0"/>
                </a:lnTo>
                <a:lnTo>
                  <a:pt x="0" y="0"/>
                </a:lnTo>
                <a:close/>
              </a:path>
            </a:pathLst>
          </a:custGeom>
          <a:noFill/>
          <a:ln w="19050">
            <a:solidFill>
              <a:srgbClr val="215CAF"/>
            </a:solidFill>
          </a:ln>
          <a:extLst>
            <a:ext uri="{909E8E84-426E-40DD-AFC4-6F175D3DCCD1}">
              <a14:hiddenFill xmlns:a14="http://schemas.microsoft.com/office/drawing/2010/main">
                <a:solidFill>
                  <a:srgbClr val="FFFFFF"/>
                </a:solidFill>
              </a14:hiddenFill>
            </a:ext>
          </a:extLst>
        </p:spPr>
        <p:txBody>
          <a:bodyPr anchor="t"/>
          <a:lstStyle>
            <a:lvl1pPr marL="0" indent="0" algn="ctr" defTabSz="914400" rtl="0" eaLnBrk="1" latinLnBrk="0" hangingPunct="1">
              <a:lnSpc>
                <a:spcPct val="100000"/>
              </a:lnSpc>
              <a:spcBef>
                <a:spcPts val="1000"/>
              </a:spcBef>
              <a:buFont typeface="Arial" panose="020B0604020202020204" pitchFamily="34" charset="0"/>
              <a:buNone/>
              <a:defRPr sz="1800" kern="1200">
                <a:solidFill>
                  <a:schemeClr val="tx1"/>
                </a:solidFill>
                <a:latin typeface="+mn-lt"/>
                <a:ea typeface="+mn-ea"/>
                <a:cs typeface="+mn-cs"/>
              </a:defRPr>
            </a:lvl1pPr>
            <a:lvl2pPr marL="538163" indent="-271463" algn="l" defTabSz="914400" rtl="0" eaLnBrk="1" latinLnBrk="0" hangingPunct="1">
              <a:lnSpc>
                <a:spcPct val="100000"/>
              </a:lnSpc>
              <a:spcBef>
                <a:spcPts val="500"/>
              </a:spcBef>
              <a:buFont typeface="Symbol" panose="05050102010706020507" pitchFamily="18" charset="2"/>
              <a:buChar char="-"/>
              <a:defRPr sz="1800" kern="1200">
                <a:solidFill>
                  <a:schemeClr val="tx1"/>
                </a:solidFill>
                <a:latin typeface="+mn-lt"/>
                <a:ea typeface="+mn-ea"/>
                <a:cs typeface="+mn-cs"/>
              </a:defRPr>
            </a:lvl2pPr>
            <a:lvl3pPr marL="810000" indent="-270000" algn="l" defTabSz="914400" rtl="0" eaLnBrk="1" latinLnBrk="0" hangingPunct="1">
              <a:lnSpc>
                <a:spcPct val="100000"/>
              </a:lnSpc>
              <a:spcBef>
                <a:spcPts val="500"/>
              </a:spcBef>
              <a:buFont typeface="Symbol" panose="05050102010706020507" pitchFamily="18" charset="2"/>
              <a:buChar char="-"/>
              <a:defRPr sz="1800" kern="1200">
                <a:solidFill>
                  <a:schemeClr val="tx1"/>
                </a:solidFill>
                <a:latin typeface="+mn-lt"/>
                <a:ea typeface="+mn-ea"/>
                <a:cs typeface="+mn-cs"/>
              </a:defRPr>
            </a:lvl3pPr>
            <a:lvl4pPr marL="1080000" indent="-271463" algn="l" defTabSz="914400" rtl="0" eaLnBrk="1" latinLnBrk="0" hangingPunct="1">
              <a:lnSpc>
                <a:spcPct val="100000"/>
              </a:lnSpc>
              <a:spcBef>
                <a:spcPts val="500"/>
              </a:spcBef>
              <a:buFont typeface="Symbol" panose="05050102010706020507" pitchFamily="18" charset="2"/>
              <a:buChar char="-"/>
              <a:defRPr sz="1800" kern="1200">
                <a:solidFill>
                  <a:schemeClr val="tx1"/>
                </a:solidFill>
                <a:latin typeface="+mn-lt"/>
                <a:ea typeface="+mn-ea"/>
                <a:cs typeface="+mn-cs"/>
              </a:defRPr>
            </a:lvl4pPr>
            <a:lvl5pPr marL="1350000" indent="-270000" algn="l" defTabSz="914400" rtl="0" eaLnBrk="1" latinLnBrk="0" hangingPunct="1">
              <a:lnSpc>
                <a:spcPct val="100000"/>
              </a:lnSpc>
              <a:spcBef>
                <a:spcPts val="500"/>
              </a:spcBef>
              <a:buFont typeface="Symbol" panose="05050102010706020507" pitchFamily="18" charset="2"/>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de-DE"/>
              <a:t> </a:t>
            </a:r>
            <a:endParaRPr lang="de-DE" dirty="0"/>
          </a:p>
        </p:txBody>
      </p:sp>
      <p:pic>
        <p:nvPicPr>
          <p:cNvPr id="14" name="Grafik 13">
            <a:extLst>
              <a:ext uri="{FF2B5EF4-FFF2-40B4-BE49-F238E27FC236}">
                <a16:creationId xmlns:a16="http://schemas.microsoft.com/office/drawing/2014/main" id="{261DD6B0-6B12-AF6B-D8CF-7B7AEF8572AA}"/>
              </a:ext>
            </a:extLst>
          </p:cNvPr>
          <p:cNvPicPr>
            <a:picLocks noChangeAspect="1"/>
          </p:cNvPicPr>
          <p:nvPr/>
        </p:nvPicPr>
        <p:blipFill>
          <a:blip r:embed="rId3"/>
          <a:stretch>
            <a:fillRect/>
          </a:stretch>
        </p:blipFill>
        <p:spPr>
          <a:xfrm>
            <a:off x="6300738" y="1824368"/>
            <a:ext cx="5558806" cy="1870192"/>
          </a:xfrm>
          <a:prstGeom prst="rect">
            <a:avLst/>
          </a:prstGeom>
        </p:spPr>
      </p:pic>
      <p:pic>
        <p:nvPicPr>
          <p:cNvPr id="16" name="Grafik 15">
            <a:extLst>
              <a:ext uri="{FF2B5EF4-FFF2-40B4-BE49-F238E27FC236}">
                <a16:creationId xmlns:a16="http://schemas.microsoft.com/office/drawing/2014/main" id="{2A1F4E20-169F-A0B4-CBD6-8014BF91EE56}"/>
              </a:ext>
            </a:extLst>
          </p:cNvPr>
          <p:cNvPicPr>
            <a:picLocks noChangeAspect="1"/>
          </p:cNvPicPr>
          <p:nvPr/>
        </p:nvPicPr>
        <p:blipFill>
          <a:blip r:embed="rId4"/>
          <a:stretch>
            <a:fillRect/>
          </a:stretch>
        </p:blipFill>
        <p:spPr>
          <a:xfrm>
            <a:off x="6096000" y="3745438"/>
            <a:ext cx="5763544" cy="2833542"/>
          </a:xfrm>
          <a:prstGeom prst="rect">
            <a:avLst/>
          </a:prstGeom>
        </p:spPr>
      </p:pic>
    </p:spTree>
    <p:extLst>
      <p:ext uri="{BB962C8B-B14F-4D97-AF65-F5344CB8AC3E}">
        <p14:creationId xmlns:p14="http://schemas.microsoft.com/office/powerpoint/2010/main" val="3437399960"/>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65A435D-50FC-C24A-EC2A-992FC5F41555}"/>
            </a:ext>
          </a:extLst>
        </p:cNvPr>
        <p:cNvGrpSpPr/>
        <p:nvPr/>
      </p:nvGrpSpPr>
      <p:grpSpPr>
        <a:xfrm>
          <a:off x="0" y="0"/>
          <a:ext cx="0" cy="0"/>
          <a:chOff x="0" y="0"/>
          <a:chExt cx="0" cy="0"/>
        </a:xfrm>
      </p:grpSpPr>
      <p:sp>
        <p:nvSpPr>
          <p:cNvPr id="2" name="Titel 1">
            <a:extLst>
              <a:ext uri="{FF2B5EF4-FFF2-40B4-BE49-F238E27FC236}">
                <a16:creationId xmlns:a16="http://schemas.microsoft.com/office/drawing/2014/main" id="{D225BB58-C3B0-2CAD-EC81-35E542913229}"/>
              </a:ext>
            </a:extLst>
          </p:cNvPr>
          <p:cNvSpPr>
            <a:spLocks noGrp="1"/>
          </p:cNvSpPr>
          <p:nvPr>
            <p:ph type="title"/>
          </p:nvPr>
        </p:nvSpPr>
        <p:spPr/>
        <p:txBody>
          <a:bodyPr/>
          <a:lstStyle/>
          <a:p>
            <a:r>
              <a:rPr lang="de-DE" dirty="0"/>
              <a:t>The Churn Model </a:t>
            </a:r>
            <a:r>
              <a:rPr lang="de-DE" dirty="0" err="1"/>
              <a:t>Confirms</a:t>
            </a:r>
            <a:r>
              <a:rPr lang="de-DE" dirty="0"/>
              <a:t> </a:t>
            </a:r>
            <a:r>
              <a:rPr lang="de-DE" dirty="0" err="1"/>
              <a:t>the</a:t>
            </a:r>
            <a:r>
              <a:rPr lang="de-DE" dirty="0"/>
              <a:t> Story</a:t>
            </a:r>
            <a:endParaRPr lang="en-US" dirty="0"/>
          </a:p>
        </p:txBody>
      </p:sp>
      <p:sp>
        <p:nvSpPr>
          <p:cNvPr id="4" name="Datumsplatzhalter 3">
            <a:extLst>
              <a:ext uri="{FF2B5EF4-FFF2-40B4-BE49-F238E27FC236}">
                <a16:creationId xmlns:a16="http://schemas.microsoft.com/office/drawing/2014/main" id="{23360D6C-090B-C498-64ED-DE459A23CE40}"/>
              </a:ext>
            </a:extLst>
          </p:cNvPr>
          <p:cNvSpPr>
            <a:spLocks noGrp="1"/>
          </p:cNvSpPr>
          <p:nvPr>
            <p:ph type="dt" sz="half" idx="10"/>
          </p:nvPr>
        </p:nvSpPr>
        <p:spPr/>
        <p:txBody>
          <a:bodyPr/>
          <a:lstStyle/>
          <a:p>
            <a:fld id="{68EF82BE-DF56-4719-B180-C3B0D509F71F}" type="datetime1">
              <a:rPr lang="de-CH" noProof="0" smtClean="0"/>
              <a:t>28.04.2026</a:t>
            </a:fld>
            <a:endParaRPr lang="de-CH" noProof="0"/>
          </a:p>
        </p:txBody>
      </p:sp>
      <p:sp>
        <p:nvSpPr>
          <p:cNvPr id="5" name="Fußzeilenplatzhalter 4">
            <a:extLst>
              <a:ext uri="{FF2B5EF4-FFF2-40B4-BE49-F238E27FC236}">
                <a16:creationId xmlns:a16="http://schemas.microsoft.com/office/drawing/2014/main" id="{5DB874DD-55C8-35C1-B57B-6298FC0DF386}"/>
              </a:ext>
            </a:extLst>
          </p:cNvPr>
          <p:cNvSpPr>
            <a:spLocks noGrp="1"/>
          </p:cNvSpPr>
          <p:nvPr>
            <p:ph type="ftr" sz="quarter" idx="11"/>
          </p:nvPr>
        </p:nvSpPr>
        <p:spPr/>
        <p:txBody>
          <a:bodyPr/>
          <a:lstStyle/>
          <a:p>
            <a:r>
              <a:rPr lang="de-DE" noProof="0"/>
              <a:t>Organisationseinheit verbal</a:t>
            </a:r>
            <a:endParaRPr lang="de-CH" noProof="0"/>
          </a:p>
        </p:txBody>
      </p:sp>
      <p:sp>
        <p:nvSpPr>
          <p:cNvPr id="6" name="Foliennummernplatzhalter 5">
            <a:extLst>
              <a:ext uri="{FF2B5EF4-FFF2-40B4-BE49-F238E27FC236}">
                <a16:creationId xmlns:a16="http://schemas.microsoft.com/office/drawing/2014/main" id="{391C2F00-C03B-B690-78F1-E7C0A386F2A0}"/>
              </a:ext>
            </a:extLst>
          </p:cNvPr>
          <p:cNvSpPr>
            <a:spLocks noGrp="1"/>
          </p:cNvSpPr>
          <p:nvPr>
            <p:ph type="sldNum" sz="quarter" idx="12"/>
          </p:nvPr>
        </p:nvSpPr>
        <p:spPr/>
        <p:txBody>
          <a:bodyPr/>
          <a:lstStyle/>
          <a:p>
            <a:fld id="{5ACA52AF-F19D-405C-AD5F-7D94B96A5CC3}" type="slidenum">
              <a:rPr lang="de-CH" noProof="0" smtClean="0"/>
              <a:t>8</a:t>
            </a:fld>
            <a:endParaRPr lang="de-CH" noProof="0"/>
          </a:p>
        </p:txBody>
      </p:sp>
      <p:sp>
        <p:nvSpPr>
          <p:cNvPr id="9" name="Textplatzhalter 31">
            <a:extLst>
              <a:ext uri="{FF2B5EF4-FFF2-40B4-BE49-F238E27FC236}">
                <a16:creationId xmlns:a16="http://schemas.microsoft.com/office/drawing/2014/main" id="{7B9A804A-F7B0-6EE7-6AC3-6EF298495D14}"/>
              </a:ext>
            </a:extLst>
          </p:cNvPr>
          <p:cNvSpPr txBox="1">
            <a:spLocks/>
          </p:cNvSpPr>
          <p:nvPr/>
        </p:nvSpPr>
        <p:spPr>
          <a:xfrm>
            <a:off x="1080000" y="1260475"/>
            <a:ext cx="4500000" cy="358775"/>
          </a:xfrm>
          <a:prstGeom prst="rect">
            <a:avLst/>
          </a:prstGeom>
        </p:spPr>
        <p:txBody>
          <a:bodyPr anchor="ctr"/>
          <a:lstStyle>
            <a:lvl1pPr marL="0" indent="0" algn="ctr" defTabSz="914400" rtl="0" eaLnBrk="1" latinLnBrk="0" hangingPunct="1">
              <a:lnSpc>
                <a:spcPct val="100000"/>
              </a:lnSpc>
              <a:spcBef>
                <a:spcPts val="1000"/>
              </a:spcBef>
              <a:buFont typeface="Arial" panose="020B0604020202020204" pitchFamily="34" charset="0"/>
              <a:buNone/>
              <a:defRPr sz="1800" kern="1200">
                <a:solidFill>
                  <a:schemeClr val="accent1"/>
                </a:solidFill>
                <a:latin typeface="+mn-lt"/>
                <a:ea typeface="+mn-ea"/>
                <a:cs typeface="+mn-cs"/>
              </a:defRPr>
            </a:lvl1pPr>
            <a:lvl2pPr marL="538163" indent="-271463" algn="l" defTabSz="914400" rtl="0" eaLnBrk="1" latinLnBrk="0" hangingPunct="1">
              <a:lnSpc>
                <a:spcPct val="100000"/>
              </a:lnSpc>
              <a:spcBef>
                <a:spcPts val="500"/>
              </a:spcBef>
              <a:buFont typeface="Symbol" panose="05050102010706020507" pitchFamily="18" charset="2"/>
              <a:buChar char="-"/>
              <a:defRPr sz="1800" kern="1200">
                <a:solidFill>
                  <a:schemeClr val="tx1"/>
                </a:solidFill>
                <a:latin typeface="+mn-lt"/>
                <a:ea typeface="+mn-ea"/>
                <a:cs typeface="+mn-cs"/>
              </a:defRPr>
            </a:lvl2pPr>
            <a:lvl3pPr marL="810000" indent="-270000" algn="l" defTabSz="914400" rtl="0" eaLnBrk="1" latinLnBrk="0" hangingPunct="1">
              <a:lnSpc>
                <a:spcPct val="100000"/>
              </a:lnSpc>
              <a:spcBef>
                <a:spcPts val="500"/>
              </a:spcBef>
              <a:buFont typeface="Symbol" panose="05050102010706020507" pitchFamily="18" charset="2"/>
              <a:buChar char="-"/>
              <a:defRPr sz="1800" kern="1200">
                <a:solidFill>
                  <a:schemeClr val="tx1"/>
                </a:solidFill>
                <a:latin typeface="+mn-lt"/>
                <a:ea typeface="+mn-ea"/>
                <a:cs typeface="+mn-cs"/>
              </a:defRPr>
            </a:lvl3pPr>
            <a:lvl4pPr marL="1080000" indent="-271463" algn="l" defTabSz="914400" rtl="0" eaLnBrk="1" latinLnBrk="0" hangingPunct="1">
              <a:lnSpc>
                <a:spcPct val="100000"/>
              </a:lnSpc>
              <a:spcBef>
                <a:spcPts val="500"/>
              </a:spcBef>
              <a:buFont typeface="Symbol" panose="05050102010706020507" pitchFamily="18" charset="2"/>
              <a:buChar char="-"/>
              <a:defRPr sz="1800" kern="1200">
                <a:solidFill>
                  <a:schemeClr val="tx1"/>
                </a:solidFill>
                <a:latin typeface="+mn-lt"/>
                <a:ea typeface="+mn-ea"/>
                <a:cs typeface="+mn-cs"/>
              </a:defRPr>
            </a:lvl4pPr>
            <a:lvl5pPr marL="1350000" indent="-270000" algn="l" defTabSz="914400" rtl="0" eaLnBrk="1" latinLnBrk="0" hangingPunct="1">
              <a:lnSpc>
                <a:spcPct val="100000"/>
              </a:lnSpc>
              <a:spcBef>
                <a:spcPts val="500"/>
              </a:spcBef>
              <a:buFont typeface="Symbol" panose="05050102010706020507" pitchFamily="18" charset="2"/>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de-DE" dirty="0">
                <a:solidFill>
                  <a:srgbClr val="215CAF"/>
                </a:solidFill>
              </a:rPr>
              <a:t>Churn </a:t>
            </a:r>
            <a:r>
              <a:rPr lang="de-DE" dirty="0" err="1">
                <a:solidFill>
                  <a:srgbClr val="215CAF"/>
                </a:solidFill>
              </a:rPr>
              <a:t>Classifier</a:t>
            </a:r>
            <a:r>
              <a:rPr lang="de-DE" dirty="0">
                <a:solidFill>
                  <a:srgbClr val="215CAF"/>
                </a:solidFill>
              </a:rPr>
              <a:t> Performance</a:t>
            </a:r>
          </a:p>
        </p:txBody>
      </p:sp>
      <p:sp>
        <p:nvSpPr>
          <p:cNvPr id="10" name="Textplatzhalter 31">
            <a:extLst>
              <a:ext uri="{FF2B5EF4-FFF2-40B4-BE49-F238E27FC236}">
                <a16:creationId xmlns:a16="http://schemas.microsoft.com/office/drawing/2014/main" id="{86BE7471-019E-4717-4F6D-B5D385F5BACF}"/>
              </a:ext>
            </a:extLst>
          </p:cNvPr>
          <p:cNvSpPr txBox="1">
            <a:spLocks/>
          </p:cNvSpPr>
          <p:nvPr/>
        </p:nvSpPr>
        <p:spPr>
          <a:xfrm>
            <a:off x="6300788" y="1260475"/>
            <a:ext cx="4500000" cy="358775"/>
          </a:xfrm>
          <a:prstGeom prst="rect">
            <a:avLst/>
          </a:prstGeom>
        </p:spPr>
        <p:txBody>
          <a:bodyPr anchor="ctr"/>
          <a:lstStyle>
            <a:lvl1pPr marL="0" indent="0" algn="ctr" defTabSz="914400" rtl="0" eaLnBrk="1" latinLnBrk="0" hangingPunct="1">
              <a:lnSpc>
                <a:spcPct val="100000"/>
              </a:lnSpc>
              <a:spcBef>
                <a:spcPts val="1000"/>
              </a:spcBef>
              <a:buFont typeface="Arial" panose="020B0604020202020204" pitchFamily="34" charset="0"/>
              <a:buNone/>
              <a:defRPr sz="1800" kern="1200">
                <a:solidFill>
                  <a:schemeClr val="accent1"/>
                </a:solidFill>
                <a:latin typeface="+mn-lt"/>
                <a:ea typeface="+mn-ea"/>
                <a:cs typeface="+mn-cs"/>
              </a:defRPr>
            </a:lvl1pPr>
            <a:lvl2pPr marL="538163" indent="-271463" algn="l" defTabSz="914400" rtl="0" eaLnBrk="1" latinLnBrk="0" hangingPunct="1">
              <a:lnSpc>
                <a:spcPct val="100000"/>
              </a:lnSpc>
              <a:spcBef>
                <a:spcPts val="500"/>
              </a:spcBef>
              <a:buFont typeface="Symbol" panose="05050102010706020507" pitchFamily="18" charset="2"/>
              <a:buChar char="-"/>
              <a:defRPr sz="1800" kern="1200">
                <a:solidFill>
                  <a:schemeClr val="tx1"/>
                </a:solidFill>
                <a:latin typeface="+mn-lt"/>
                <a:ea typeface="+mn-ea"/>
                <a:cs typeface="+mn-cs"/>
              </a:defRPr>
            </a:lvl2pPr>
            <a:lvl3pPr marL="810000" indent="-270000" algn="l" defTabSz="914400" rtl="0" eaLnBrk="1" latinLnBrk="0" hangingPunct="1">
              <a:lnSpc>
                <a:spcPct val="100000"/>
              </a:lnSpc>
              <a:spcBef>
                <a:spcPts val="500"/>
              </a:spcBef>
              <a:buFont typeface="Symbol" panose="05050102010706020507" pitchFamily="18" charset="2"/>
              <a:buChar char="-"/>
              <a:defRPr sz="1800" kern="1200">
                <a:solidFill>
                  <a:schemeClr val="tx1"/>
                </a:solidFill>
                <a:latin typeface="+mn-lt"/>
                <a:ea typeface="+mn-ea"/>
                <a:cs typeface="+mn-cs"/>
              </a:defRPr>
            </a:lvl3pPr>
            <a:lvl4pPr marL="1080000" indent="-271463" algn="l" defTabSz="914400" rtl="0" eaLnBrk="1" latinLnBrk="0" hangingPunct="1">
              <a:lnSpc>
                <a:spcPct val="100000"/>
              </a:lnSpc>
              <a:spcBef>
                <a:spcPts val="500"/>
              </a:spcBef>
              <a:buFont typeface="Symbol" panose="05050102010706020507" pitchFamily="18" charset="2"/>
              <a:buChar char="-"/>
              <a:defRPr sz="1800" kern="1200">
                <a:solidFill>
                  <a:schemeClr val="tx1"/>
                </a:solidFill>
                <a:latin typeface="+mn-lt"/>
                <a:ea typeface="+mn-ea"/>
                <a:cs typeface="+mn-cs"/>
              </a:defRPr>
            </a:lvl4pPr>
            <a:lvl5pPr marL="1350000" indent="-270000" algn="l" defTabSz="914400" rtl="0" eaLnBrk="1" latinLnBrk="0" hangingPunct="1">
              <a:lnSpc>
                <a:spcPct val="100000"/>
              </a:lnSpc>
              <a:spcBef>
                <a:spcPts val="500"/>
              </a:spcBef>
              <a:buFont typeface="Symbol" panose="05050102010706020507" pitchFamily="18" charset="2"/>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de-DE" dirty="0">
                <a:solidFill>
                  <a:srgbClr val="215CAF"/>
                </a:solidFill>
              </a:rPr>
              <a:t>SFS Selected Features</a:t>
            </a:r>
          </a:p>
        </p:txBody>
      </p:sp>
      <p:sp>
        <p:nvSpPr>
          <p:cNvPr id="11" name="Textplatzhalter 8">
            <a:extLst>
              <a:ext uri="{FF2B5EF4-FFF2-40B4-BE49-F238E27FC236}">
                <a16:creationId xmlns:a16="http://schemas.microsoft.com/office/drawing/2014/main" id="{771096F0-B0F8-FF89-51F6-254634DD94F1}"/>
              </a:ext>
            </a:extLst>
          </p:cNvPr>
          <p:cNvSpPr txBox="1">
            <a:spLocks/>
          </p:cNvSpPr>
          <p:nvPr/>
        </p:nvSpPr>
        <p:spPr bwMode="auto">
          <a:xfrm>
            <a:off x="1080000" y="1619250"/>
            <a:ext cx="4500000" cy="107950"/>
          </a:xfrm>
          <a:custGeom>
            <a:avLst/>
            <a:gdLst>
              <a:gd name="connsiteX0" fmla="*/ 0 w 4679950"/>
              <a:gd name="connsiteY0" fmla="*/ 0 h 358775"/>
              <a:gd name="connsiteX1" fmla="*/ 4679950 w 4679950"/>
              <a:gd name="connsiteY1" fmla="*/ 0 h 358775"/>
              <a:gd name="connsiteX2" fmla="*/ 4679950 w 4679950"/>
              <a:gd name="connsiteY2" fmla="*/ 358775 h 358775"/>
              <a:gd name="connsiteX3" fmla="*/ 0 w 4679950"/>
              <a:gd name="connsiteY3" fmla="*/ 358775 h 358775"/>
              <a:gd name="connsiteX4" fmla="*/ 0 w 4679950"/>
              <a:gd name="connsiteY4" fmla="*/ 0 h 358775"/>
              <a:gd name="connsiteX0" fmla="*/ 0 w 4679950"/>
              <a:gd name="connsiteY0" fmla="*/ 0 h 358775"/>
              <a:gd name="connsiteX1" fmla="*/ 4679950 w 4679950"/>
              <a:gd name="connsiteY1" fmla="*/ 0 h 358775"/>
              <a:gd name="connsiteX2" fmla="*/ 4679950 w 4679950"/>
              <a:gd name="connsiteY2" fmla="*/ 358775 h 358775"/>
              <a:gd name="connsiteX3" fmla="*/ 0 w 4679950"/>
              <a:gd name="connsiteY3" fmla="*/ 0 h 358775"/>
              <a:gd name="connsiteX0" fmla="*/ 0 w 4679950"/>
              <a:gd name="connsiteY0" fmla="*/ 0 h 0"/>
              <a:gd name="connsiteX1" fmla="*/ 4679950 w 4679950"/>
              <a:gd name="connsiteY1" fmla="*/ 0 h 0"/>
              <a:gd name="connsiteX2" fmla="*/ 0 w 4679950"/>
              <a:gd name="connsiteY2" fmla="*/ 0 h 0"/>
            </a:gdLst>
            <a:ahLst/>
            <a:cxnLst>
              <a:cxn ang="0">
                <a:pos x="connsiteX0" y="connsiteY0"/>
              </a:cxn>
              <a:cxn ang="0">
                <a:pos x="connsiteX1" y="connsiteY1"/>
              </a:cxn>
              <a:cxn ang="0">
                <a:pos x="connsiteX2" y="connsiteY2"/>
              </a:cxn>
            </a:cxnLst>
            <a:rect l="l" t="t" r="r" b="b"/>
            <a:pathLst>
              <a:path w="4679950">
                <a:moveTo>
                  <a:pt x="0" y="0"/>
                </a:moveTo>
                <a:lnTo>
                  <a:pt x="4679950" y="0"/>
                </a:lnTo>
                <a:lnTo>
                  <a:pt x="0" y="0"/>
                </a:lnTo>
                <a:close/>
              </a:path>
            </a:pathLst>
          </a:custGeom>
          <a:noFill/>
          <a:ln w="19050">
            <a:solidFill>
              <a:srgbClr val="215CAF"/>
            </a:solidFill>
          </a:ln>
          <a:extLst>
            <a:ext uri="{909E8E84-426E-40DD-AFC4-6F175D3DCCD1}">
              <a14:hiddenFill xmlns:a14="http://schemas.microsoft.com/office/drawing/2010/main">
                <a:solidFill>
                  <a:srgbClr val="FFFFFF"/>
                </a:solidFill>
              </a14:hiddenFill>
            </a:ext>
          </a:extLst>
        </p:spPr>
        <p:txBody>
          <a:bodyPr anchor="t"/>
          <a:lstStyle>
            <a:lvl1pPr marL="0" indent="0" algn="ctr" defTabSz="914400" rtl="0" eaLnBrk="1" latinLnBrk="0" hangingPunct="1">
              <a:lnSpc>
                <a:spcPct val="100000"/>
              </a:lnSpc>
              <a:spcBef>
                <a:spcPts val="1000"/>
              </a:spcBef>
              <a:buFont typeface="Arial" panose="020B0604020202020204" pitchFamily="34" charset="0"/>
              <a:buNone/>
              <a:defRPr sz="1800" kern="1200">
                <a:solidFill>
                  <a:schemeClr val="tx1"/>
                </a:solidFill>
                <a:latin typeface="+mn-lt"/>
                <a:ea typeface="+mn-ea"/>
                <a:cs typeface="+mn-cs"/>
              </a:defRPr>
            </a:lvl1pPr>
            <a:lvl2pPr marL="538163" indent="-271463" algn="l" defTabSz="914400" rtl="0" eaLnBrk="1" latinLnBrk="0" hangingPunct="1">
              <a:lnSpc>
                <a:spcPct val="100000"/>
              </a:lnSpc>
              <a:spcBef>
                <a:spcPts val="500"/>
              </a:spcBef>
              <a:buFont typeface="Symbol" panose="05050102010706020507" pitchFamily="18" charset="2"/>
              <a:buChar char="-"/>
              <a:defRPr sz="1800" kern="1200">
                <a:solidFill>
                  <a:schemeClr val="tx1"/>
                </a:solidFill>
                <a:latin typeface="+mn-lt"/>
                <a:ea typeface="+mn-ea"/>
                <a:cs typeface="+mn-cs"/>
              </a:defRPr>
            </a:lvl2pPr>
            <a:lvl3pPr marL="810000" indent="-270000" algn="l" defTabSz="914400" rtl="0" eaLnBrk="1" latinLnBrk="0" hangingPunct="1">
              <a:lnSpc>
                <a:spcPct val="100000"/>
              </a:lnSpc>
              <a:spcBef>
                <a:spcPts val="500"/>
              </a:spcBef>
              <a:buFont typeface="Symbol" panose="05050102010706020507" pitchFamily="18" charset="2"/>
              <a:buChar char="-"/>
              <a:defRPr sz="1800" kern="1200">
                <a:solidFill>
                  <a:schemeClr val="tx1"/>
                </a:solidFill>
                <a:latin typeface="+mn-lt"/>
                <a:ea typeface="+mn-ea"/>
                <a:cs typeface="+mn-cs"/>
              </a:defRPr>
            </a:lvl3pPr>
            <a:lvl4pPr marL="1080000" indent="-271463" algn="l" defTabSz="914400" rtl="0" eaLnBrk="1" latinLnBrk="0" hangingPunct="1">
              <a:lnSpc>
                <a:spcPct val="100000"/>
              </a:lnSpc>
              <a:spcBef>
                <a:spcPts val="500"/>
              </a:spcBef>
              <a:buFont typeface="Symbol" panose="05050102010706020507" pitchFamily="18" charset="2"/>
              <a:buChar char="-"/>
              <a:defRPr sz="1800" kern="1200">
                <a:solidFill>
                  <a:schemeClr val="tx1"/>
                </a:solidFill>
                <a:latin typeface="+mn-lt"/>
                <a:ea typeface="+mn-ea"/>
                <a:cs typeface="+mn-cs"/>
              </a:defRPr>
            </a:lvl4pPr>
            <a:lvl5pPr marL="1350000" indent="-270000" algn="l" defTabSz="914400" rtl="0" eaLnBrk="1" latinLnBrk="0" hangingPunct="1">
              <a:lnSpc>
                <a:spcPct val="100000"/>
              </a:lnSpc>
              <a:spcBef>
                <a:spcPts val="500"/>
              </a:spcBef>
              <a:buFont typeface="Symbol" panose="05050102010706020507" pitchFamily="18" charset="2"/>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de-DE"/>
              <a:t> </a:t>
            </a:r>
            <a:endParaRPr lang="de-DE" dirty="0"/>
          </a:p>
        </p:txBody>
      </p:sp>
      <p:sp>
        <p:nvSpPr>
          <p:cNvPr id="12" name="Textplatzhalter 8">
            <a:extLst>
              <a:ext uri="{FF2B5EF4-FFF2-40B4-BE49-F238E27FC236}">
                <a16:creationId xmlns:a16="http://schemas.microsoft.com/office/drawing/2014/main" id="{1A893718-FC7E-15DE-CC78-B536E264E155}"/>
              </a:ext>
            </a:extLst>
          </p:cNvPr>
          <p:cNvSpPr txBox="1">
            <a:spLocks/>
          </p:cNvSpPr>
          <p:nvPr/>
        </p:nvSpPr>
        <p:spPr bwMode="auto">
          <a:xfrm>
            <a:off x="6300738" y="1619250"/>
            <a:ext cx="4500000" cy="107950"/>
          </a:xfrm>
          <a:custGeom>
            <a:avLst/>
            <a:gdLst>
              <a:gd name="connsiteX0" fmla="*/ 0 w 4679950"/>
              <a:gd name="connsiteY0" fmla="*/ 0 h 358775"/>
              <a:gd name="connsiteX1" fmla="*/ 4679950 w 4679950"/>
              <a:gd name="connsiteY1" fmla="*/ 0 h 358775"/>
              <a:gd name="connsiteX2" fmla="*/ 4679950 w 4679950"/>
              <a:gd name="connsiteY2" fmla="*/ 358775 h 358775"/>
              <a:gd name="connsiteX3" fmla="*/ 0 w 4679950"/>
              <a:gd name="connsiteY3" fmla="*/ 358775 h 358775"/>
              <a:gd name="connsiteX4" fmla="*/ 0 w 4679950"/>
              <a:gd name="connsiteY4" fmla="*/ 0 h 358775"/>
              <a:gd name="connsiteX0" fmla="*/ 0 w 4679950"/>
              <a:gd name="connsiteY0" fmla="*/ 0 h 358775"/>
              <a:gd name="connsiteX1" fmla="*/ 4679950 w 4679950"/>
              <a:gd name="connsiteY1" fmla="*/ 0 h 358775"/>
              <a:gd name="connsiteX2" fmla="*/ 4679950 w 4679950"/>
              <a:gd name="connsiteY2" fmla="*/ 358775 h 358775"/>
              <a:gd name="connsiteX3" fmla="*/ 0 w 4679950"/>
              <a:gd name="connsiteY3" fmla="*/ 0 h 358775"/>
              <a:gd name="connsiteX0" fmla="*/ 0 w 4679950"/>
              <a:gd name="connsiteY0" fmla="*/ 0 h 0"/>
              <a:gd name="connsiteX1" fmla="*/ 4679950 w 4679950"/>
              <a:gd name="connsiteY1" fmla="*/ 0 h 0"/>
              <a:gd name="connsiteX2" fmla="*/ 0 w 4679950"/>
              <a:gd name="connsiteY2" fmla="*/ 0 h 0"/>
            </a:gdLst>
            <a:ahLst/>
            <a:cxnLst>
              <a:cxn ang="0">
                <a:pos x="connsiteX0" y="connsiteY0"/>
              </a:cxn>
              <a:cxn ang="0">
                <a:pos x="connsiteX1" y="connsiteY1"/>
              </a:cxn>
              <a:cxn ang="0">
                <a:pos x="connsiteX2" y="connsiteY2"/>
              </a:cxn>
            </a:cxnLst>
            <a:rect l="l" t="t" r="r" b="b"/>
            <a:pathLst>
              <a:path w="4679950">
                <a:moveTo>
                  <a:pt x="0" y="0"/>
                </a:moveTo>
                <a:lnTo>
                  <a:pt x="4679950" y="0"/>
                </a:lnTo>
                <a:lnTo>
                  <a:pt x="0" y="0"/>
                </a:lnTo>
                <a:close/>
              </a:path>
            </a:pathLst>
          </a:custGeom>
          <a:noFill/>
          <a:ln w="19050">
            <a:solidFill>
              <a:srgbClr val="215CAF"/>
            </a:solidFill>
          </a:ln>
          <a:extLst>
            <a:ext uri="{909E8E84-426E-40DD-AFC4-6F175D3DCCD1}">
              <a14:hiddenFill xmlns:a14="http://schemas.microsoft.com/office/drawing/2010/main">
                <a:solidFill>
                  <a:srgbClr val="FFFFFF"/>
                </a:solidFill>
              </a14:hiddenFill>
            </a:ext>
          </a:extLst>
        </p:spPr>
        <p:txBody>
          <a:bodyPr anchor="t"/>
          <a:lstStyle>
            <a:lvl1pPr marL="0" indent="0" algn="ctr" defTabSz="914400" rtl="0" eaLnBrk="1" latinLnBrk="0" hangingPunct="1">
              <a:lnSpc>
                <a:spcPct val="100000"/>
              </a:lnSpc>
              <a:spcBef>
                <a:spcPts val="1000"/>
              </a:spcBef>
              <a:buFont typeface="Arial" panose="020B0604020202020204" pitchFamily="34" charset="0"/>
              <a:buNone/>
              <a:defRPr sz="1800" kern="1200">
                <a:solidFill>
                  <a:schemeClr val="tx1"/>
                </a:solidFill>
                <a:latin typeface="+mn-lt"/>
                <a:ea typeface="+mn-ea"/>
                <a:cs typeface="+mn-cs"/>
              </a:defRPr>
            </a:lvl1pPr>
            <a:lvl2pPr marL="538163" indent="-271463" algn="l" defTabSz="914400" rtl="0" eaLnBrk="1" latinLnBrk="0" hangingPunct="1">
              <a:lnSpc>
                <a:spcPct val="100000"/>
              </a:lnSpc>
              <a:spcBef>
                <a:spcPts val="500"/>
              </a:spcBef>
              <a:buFont typeface="Symbol" panose="05050102010706020507" pitchFamily="18" charset="2"/>
              <a:buChar char="-"/>
              <a:defRPr sz="1800" kern="1200">
                <a:solidFill>
                  <a:schemeClr val="tx1"/>
                </a:solidFill>
                <a:latin typeface="+mn-lt"/>
                <a:ea typeface="+mn-ea"/>
                <a:cs typeface="+mn-cs"/>
              </a:defRPr>
            </a:lvl2pPr>
            <a:lvl3pPr marL="810000" indent="-270000" algn="l" defTabSz="914400" rtl="0" eaLnBrk="1" latinLnBrk="0" hangingPunct="1">
              <a:lnSpc>
                <a:spcPct val="100000"/>
              </a:lnSpc>
              <a:spcBef>
                <a:spcPts val="500"/>
              </a:spcBef>
              <a:buFont typeface="Symbol" panose="05050102010706020507" pitchFamily="18" charset="2"/>
              <a:buChar char="-"/>
              <a:defRPr sz="1800" kern="1200">
                <a:solidFill>
                  <a:schemeClr val="tx1"/>
                </a:solidFill>
                <a:latin typeface="+mn-lt"/>
                <a:ea typeface="+mn-ea"/>
                <a:cs typeface="+mn-cs"/>
              </a:defRPr>
            </a:lvl3pPr>
            <a:lvl4pPr marL="1080000" indent="-271463" algn="l" defTabSz="914400" rtl="0" eaLnBrk="1" latinLnBrk="0" hangingPunct="1">
              <a:lnSpc>
                <a:spcPct val="100000"/>
              </a:lnSpc>
              <a:spcBef>
                <a:spcPts val="500"/>
              </a:spcBef>
              <a:buFont typeface="Symbol" panose="05050102010706020507" pitchFamily="18" charset="2"/>
              <a:buChar char="-"/>
              <a:defRPr sz="1800" kern="1200">
                <a:solidFill>
                  <a:schemeClr val="tx1"/>
                </a:solidFill>
                <a:latin typeface="+mn-lt"/>
                <a:ea typeface="+mn-ea"/>
                <a:cs typeface="+mn-cs"/>
              </a:defRPr>
            </a:lvl4pPr>
            <a:lvl5pPr marL="1350000" indent="-270000" algn="l" defTabSz="914400" rtl="0" eaLnBrk="1" latinLnBrk="0" hangingPunct="1">
              <a:lnSpc>
                <a:spcPct val="100000"/>
              </a:lnSpc>
              <a:spcBef>
                <a:spcPts val="500"/>
              </a:spcBef>
              <a:buFont typeface="Symbol" panose="05050102010706020507" pitchFamily="18" charset="2"/>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de-DE"/>
              <a:t> </a:t>
            </a:r>
            <a:endParaRPr lang="de-DE" dirty="0"/>
          </a:p>
        </p:txBody>
      </p:sp>
      <p:pic>
        <p:nvPicPr>
          <p:cNvPr id="16" name="Grafik 15">
            <a:extLst>
              <a:ext uri="{FF2B5EF4-FFF2-40B4-BE49-F238E27FC236}">
                <a16:creationId xmlns:a16="http://schemas.microsoft.com/office/drawing/2014/main" id="{10B88883-2A0B-6A16-834D-3BD4304C5747}"/>
              </a:ext>
            </a:extLst>
          </p:cNvPr>
          <p:cNvPicPr>
            <a:picLocks noChangeAspect="1"/>
          </p:cNvPicPr>
          <p:nvPr/>
        </p:nvPicPr>
        <p:blipFill>
          <a:blip r:embed="rId3"/>
          <a:stretch>
            <a:fillRect/>
          </a:stretch>
        </p:blipFill>
        <p:spPr>
          <a:xfrm>
            <a:off x="6096000" y="3745438"/>
            <a:ext cx="5763544" cy="2833542"/>
          </a:xfrm>
          <a:prstGeom prst="rect">
            <a:avLst/>
          </a:prstGeom>
        </p:spPr>
      </p:pic>
      <p:sp>
        <p:nvSpPr>
          <p:cNvPr id="7" name="Inhaltsplatzhalter 19">
            <a:extLst>
              <a:ext uri="{FF2B5EF4-FFF2-40B4-BE49-F238E27FC236}">
                <a16:creationId xmlns:a16="http://schemas.microsoft.com/office/drawing/2014/main" id="{50F304D5-EA69-4687-B55D-8780BB25A037}"/>
              </a:ext>
            </a:extLst>
          </p:cNvPr>
          <p:cNvSpPr txBox="1">
            <a:spLocks/>
          </p:cNvSpPr>
          <p:nvPr/>
        </p:nvSpPr>
        <p:spPr>
          <a:xfrm>
            <a:off x="6204163" y="1877901"/>
            <a:ext cx="5256000" cy="2213453"/>
          </a:xfrm>
          <a:prstGeom prst="rect">
            <a:avLst/>
          </a:prstGeom>
        </p:spPr>
        <p:txBody>
          <a:bodyPr vert="horz" lIns="0" tIns="0" rIns="0" bIns="0" rtlCol="0">
            <a:noAutofit/>
          </a:bodyPr>
          <a:lstStyle>
            <a:lvl1pPr marL="270000" indent="-270000" algn="l" defTabSz="914400" rtl="0" eaLnBrk="1" latinLnBrk="0" hangingPunct="1">
              <a:lnSpc>
                <a:spcPct val="100000"/>
              </a:lnSpc>
              <a:spcBef>
                <a:spcPts val="1000"/>
              </a:spcBef>
              <a:buFont typeface="Arial" panose="020B0604020202020204" pitchFamily="34" charset="0"/>
              <a:buChar char="•"/>
              <a:defRPr sz="1800" kern="1200">
                <a:solidFill>
                  <a:schemeClr val="tx1"/>
                </a:solidFill>
                <a:latin typeface="+mn-lt"/>
                <a:ea typeface="+mn-ea"/>
                <a:cs typeface="+mn-cs"/>
              </a:defRPr>
            </a:lvl1pPr>
            <a:lvl2pPr marL="538163" indent="-271463" algn="l" defTabSz="914400" rtl="0" eaLnBrk="1" latinLnBrk="0" hangingPunct="1">
              <a:lnSpc>
                <a:spcPct val="100000"/>
              </a:lnSpc>
              <a:spcBef>
                <a:spcPts val="500"/>
              </a:spcBef>
              <a:buFont typeface="Symbol" panose="05050102010706020507" pitchFamily="18" charset="2"/>
              <a:buChar char="-"/>
              <a:defRPr sz="1800" kern="1200">
                <a:solidFill>
                  <a:schemeClr val="tx1"/>
                </a:solidFill>
                <a:latin typeface="+mn-lt"/>
                <a:ea typeface="+mn-ea"/>
                <a:cs typeface="+mn-cs"/>
              </a:defRPr>
            </a:lvl2pPr>
            <a:lvl3pPr marL="810000" indent="-270000" algn="l" defTabSz="914400" rtl="0" eaLnBrk="1" latinLnBrk="0" hangingPunct="1">
              <a:lnSpc>
                <a:spcPct val="100000"/>
              </a:lnSpc>
              <a:spcBef>
                <a:spcPts val="500"/>
              </a:spcBef>
              <a:buFont typeface="Symbol" panose="05050102010706020507" pitchFamily="18" charset="2"/>
              <a:buChar char="-"/>
              <a:defRPr sz="1800" kern="1200">
                <a:solidFill>
                  <a:schemeClr val="tx1"/>
                </a:solidFill>
                <a:latin typeface="+mn-lt"/>
                <a:ea typeface="+mn-ea"/>
                <a:cs typeface="+mn-cs"/>
              </a:defRPr>
            </a:lvl3pPr>
            <a:lvl4pPr marL="1080000" indent="-271463" algn="l" defTabSz="914400" rtl="0" eaLnBrk="1" latinLnBrk="0" hangingPunct="1">
              <a:lnSpc>
                <a:spcPct val="100000"/>
              </a:lnSpc>
              <a:spcBef>
                <a:spcPts val="500"/>
              </a:spcBef>
              <a:buFont typeface="Symbol" panose="05050102010706020507" pitchFamily="18" charset="2"/>
              <a:buChar char="-"/>
              <a:defRPr sz="1800" kern="1200">
                <a:solidFill>
                  <a:schemeClr val="tx1"/>
                </a:solidFill>
                <a:latin typeface="+mn-lt"/>
                <a:ea typeface="+mn-ea"/>
                <a:cs typeface="+mn-cs"/>
              </a:defRPr>
            </a:lvl4pPr>
            <a:lvl5pPr marL="1350000" indent="-270000" algn="l" defTabSz="914400" rtl="0" eaLnBrk="1" latinLnBrk="0" hangingPunct="1">
              <a:lnSpc>
                <a:spcPct val="100000"/>
              </a:lnSpc>
              <a:spcBef>
                <a:spcPts val="500"/>
              </a:spcBef>
              <a:buFont typeface="Symbol" panose="05050102010706020507" pitchFamily="18" charset="2"/>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de-DE" dirty="0" err="1"/>
              <a:t>Recency</a:t>
            </a:r>
            <a:endParaRPr lang="de-DE" dirty="0"/>
          </a:p>
          <a:p>
            <a:r>
              <a:rPr lang="de-DE" dirty="0" err="1"/>
              <a:t>Monetary</a:t>
            </a:r>
            <a:r>
              <a:rPr lang="de-DE" dirty="0"/>
              <a:t> x </a:t>
            </a:r>
            <a:r>
              <a:rPr lang="de-DE" dirty="0" err="1"/>
              <a:t>Frequency</a:t>
            </a:r>
            <a:endParaRPr lang="de-DE" dirty="0"/>
          </a:p>
          <a:p>
            <a:r>
              <a:rPr lang="de-DE" dirty="0" err="1"/>
              <a:t>Pct_weekly_rentals</a:t>
            </a:r>
            <a:endParaRPr lang="de-DE" dirty="0"/>
          </a:p>
          <a:p>
            <a:r>
              <a:rPr lang="de-DE" dirty="0"/>
              <a:t>cluster_affinity_6 (</a:t>
            </a:r>
            <a:r>
              <a:rPr lang="de-DE" dirty="0" err="1"/>
              <a:t>Skirts</a:t>
            </a:r>
            <a:r>
              <a:rPr lang="de-DE" dirty="0"/>
              <a:t>) </a:t>
            </a:r>
            <a:r>
              <a:rPr lang="en-US" dirty="0"/>
              <a:t>→ everyday fashion –could be a loyalty signal</a:t>
            </a:r>
            <a:endParaRPr lang="de-DE" dirty="0"/>
          </a:p>
        </p:txBody>
      </p:sp>
      <p:pic>
        <p:nvPicPr>
          <p:cNvPr id="8" name="Grafik 7">
            <a:extLst>
              <a:ext uri="{FF2B5EF4-FFF2-40B4-BE49-F238E27FC236}">
                <a16:creationId xmlns:a16="http://schemas.microsoft.com/office/drawing/2014/main" id="{3588F285-94D5-6DD4-BEE8-9AC033421017}"/>
              </a:ext>
            </a:extLst>
          </p:cNvPr>
          <p:cNvPicPr>
            <a:picLocks noChangeAspect="1"/>
          </p:cNvPicPr>
          <p:nvPr/>
        </p:nvPicPr>
        <p:blipFill>
          <a:blip r:embed="rId4">
            <a:extLst>
              <a:ext uri="{28A0092B-C50C-407E-A947-70E740481C1C}">
                <a14:useLocalDpi xmlns:a14="http://schemas.microsoft.com/office/drawing/2010/main" val="0"/>
              </a:ext>
            </a:extLst>
          </a:blip>
          <a:srcRect/>
          <a:stretch/>
        </p:blipFill>
        <p:spPr>
          <a:xfrm>
            <a:off x="731837" y="1877901"/>
            <a:ext cx="5256000" cy="3126413"/>
          </a:xfrm>
          <a:prstGeom prst="rect">
            <a:avLst/>
          </a:prstGeom>
        </p:spPr>
      </p:pic>
      <p:sp>
        <p:nvSpPr>
          <p:cNvPr id="17" name="Inhaltsplatzhalter 19">
            <a:extLst>
              <a:ext uri="{FF2B5EF4-FFF2-40B4-BE49-F238E27FC236}">
                <a16:creationId xmlns:a16="http://schemas.microsoft.com/office/drawing/2014/main" id="{C33CE04B-909E-1859-A592-E75C683B238E}"/>
              </a:ext>
            </a:extLst>
          </p:cNvPr>
          <p:cNvSpPr txBox="1">
            <a:spLocks/>
          </p:cNvSpPr>
          <p:nvPr/>
        </p:nvSpPr>
        <p:spPr>
          <a:xfrm>
            <a:off x="840000" y="5004315"/>
            <a:ext cx="5256000" cy="1195764"/>
          </a:xfrm>
          <a:prstGeom prst="rect">
            <a:avLst/>
          </a:prstGeom>
        </p:spPr>
        <p:txBody>
          <a:bodyPr vert="horz" lIns="0" tIns="0" rIns="0" bIns="0" rtlCol="0">
            <a:noAutofit/>
          </a:bodyPr>
          <a:lstStyle>
            <a:lvl1pPr marL="270000" indent="-270000" algn="l" defTabSz="914400" rtl="0" eaLnBrk="1" latinLnBrk="0" hangingPunct="1">
              <a:lnSpc>
                <a:spcPct val="100000"/>
              </a:lnSpc>
              <a:spcBef>
                <a:spcPts val="1000"/>
              </a:spcBef>
              <a:buFont typeface="Arial" panose="020B0604020202020204" pitchFamily="34" charset="0"/>
              <a:buChar char="•"/>
              <a:defRPr sz="1800" kern="1200">
                <a:solidFill>
                  <a:schemeClr val="tx1"/>
                </a:solidFill>
                <a:latin typeface="+mn-lt"/>
                <a:ea typeface="+mn-ea"/>
                <a:cs typeface="+mn-cs"/>
              </a:defRPr>
            </a:lvl1pPr>
            <a:lvl2pPr marL="538163" indent="-271463" algn="l" defTabSz="914400" rtl="0" eaLnBrk="1" latinLnBrk="0" hangingPunct="1">
              <a:lnSpc>
                <a:spcPct val="100000"/>
              </a:lnSpc>
              <a:spcBef>
                <a:spcPts val="500"/>
              </a:spcBef>
              <a:buFont typeface="Symbol" panose="05050102010706020507" pitchFamily="18" charset="2"/>
              <a:buChar char="-"/>
              <a:defRPr sz="1800" kern="1200">
                <a:solidFill>
                  <a:schemeClr val="tx1"/>
                </a:solidFill>
                <a:latin typeface="+mn-lt"/>
                <a:ea typeface="+mn-ea"/>
                <a:cs typeface="+mn-cs"/>
              </a:defRPr>
            </a:lvl2pPr>
            <a:lvl3pPr marL="810000" indent="-270000" algn="l" defTabSz="914400" rtl="0" eaLnBrk="1" latinLnBrk="0" hangingPunct="1">
              <a:lnSpc>
                <a:spcPct val="100000"/>
              </a:lnSpc>
              <a:spcBef>
                <a:spcPts val="500"/>
              </a:spcBef>
              <a:buFont typeface="Symbol" panose="05050102010706020507" pitchFamily="18" charset="2"/>
              <a:buChar char="-"/>
              <a:defRPr sz="1800" kern="1200">
                <a:solidFill>
                  <a:schemeClr val="tx1"/>
                </a:solidFill>
                <a:latin typeface="+mn-lt"/>
                <a:ea typeface="+mn-ea"/>
                <a:cs typeface="+mn-cs"/>
              </a:defRPr>
            </a:lvl3pPr>
            <a:lvl4pPr marL="1080000" indent="-271463" algn="l" defTabSz="914400" rtl="0" eaLnBrk="1" latinLnBrk="0" hangingPunct="1">
              <a:lnSpc>
                <a:spcPct val="100000"/>
              </a:lnSpc>
              <a:spcBef>
                <a:spcPts val="500"/>
              </a:spcBef>
              <a:buFont typeface="Symbol" panose="05050102010706020507" pitchFamily="18" charset="2"/>
              <a:buChar char="-"/>
              <a:defRPr sz="1800" kern="1200">
                <a:solidFill>
                  <a:schemeClr val="tx1"/>
                </a:solidFill>
                <a:latin typeface="+mn-lt"/>
                <a:ea typeface="+mn-ea"/>
                <a:cs typeface="+mn-cs"/>
              </a:defRPr>
            </a:lvl4pPr>
            <a:lvl5pPr marL="1350000" indent="-270000" algn="l" defTabSz="914400" rtl="0" eaLnBrk="1" latinLnBrk="0" hangingPunct="1">
              <a:lnSpc>
                <a:spcPct val="100000"/>
              </a:lnSpc>
              <a:spcBef>
                <a:spcPts val="500"/>
              </a:spcBef>
              <a:buFont typeface="Symbol" panose="05050102010706020507" pitchFamily="18" charset="2"/>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de-DE" dirty="0" err="1"/>
              <a:t>Assignment</a:t>
            </a:r>
            <a:r>
              <a:rPr lang="de-DE" dirty="0"/>
              <a:t> Evaluation </a:t>
            </a:r>
            <a:r>
              <a:rPr lang="de-DE" dirty="0" err="1"/>
              <a:t>Metrics</a:t>
            </a:r>
            <a:r>
              <a:rPr lang="de-DE" dirty="0"/>
              <a:t>:</a:t>
            </a:r>
          </a:p>
          <a:p>
            <a:r>
              <a:rPr lang="de-DE" dirty="0"/>
              <a:t>Total Hit Ratio (</a:t>
            </a:r>
            <a:r>
              <a:rPr lang="de-DE" dirty="0" err="1"/>
              <a:t>Accuracy</a:t>
            </a:r>
            <a:r>
              <a:rPr lang="de-DE" dirty="0"/>
              <a:t>): 96%</a:t>
            </a:r>
          </a:p>
          <a:p>
            <a:r>
              <a:rPr lang="de-DE" dirty="0"/>
              <a:t>Recall (</a:t>
            </a:r>
            <a:r>
              <a:rPr lang="de-DE" dirty="0" err="1"/>
              <a:t>Inactive</a:t>
            </a:r>
            <a:r>
              <a:rPr lang="de-DE" dirty="0"/>
              <a:t> </a:t>
            </a:r>
            <a:r>
              <a:rPr lang="de-DE" dirty="0" err="1"/>
              <a:t>customers</a:t>
            </a:r>
            <a:r>
              <a:rPr lang="de-DE" dirty="0"/>
              <a:t>): 99%</a:t>
            </a:r>
          </a:p>
        </p:txBody>
      </p:sp>
    </p:spTree>
    <p:extLst>
      <p:ext uri="{BB962C8B-B14F-4D97-AF65-F5344CB8AC3E}">
        <p14:creationId xmlns:p14="http://schemas.microsoft.com/office/powerpoint/2010/main" val="262873868"/>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46A47A00-249C-434A-EAC5-62C717836070}"/>
              </a:ext>
            </a:extLst>
          </p:cNvPr>
          <p:cNvSpPr>
            <a:spLocks noGrp="1"/>
          </p:cNvSpPr>
          <p:nvPr>
            <p:ph type="title"/>
          </p:nvPr>
        </p:nvSpPr>
        <p:spPr/>
        <p:txBody>
          <a:bodyPr/>
          <a:lstStyle/>
          <a:p>
            <a:r>
              <a:rPr lang="de-DE" dirty="0" err="1"/>
              <a:t>Recommendations</a:t>
            </a:r>
            <a:r>
              <a:rPr lang="de-DE" dirty="0"/>
              <a:t> to </a:t>
            </a:r>
            <a:r>
              <a:rPr lang="de-DE" dirty="0" err="1"/>
              <a:t>Vibrent</a:t>
            </a:r>
            <a:endParaRPr lang="en-US" dirty="0"/>
          </a:p>
        </p:txBody>
      </p:sp>
      <p:sp>
        <p:nvSpPr>
          <p:cNvPr id="4" name="Datumsplatzhalter 3">
            <a:extLst>
              <a:ext uri="{FF2B5EF4-FFF2-40B4-BE49-F238E27FC236}">
                <a16:creationId xmlns:a16="http://schemas.microsoft.com/office/drawing/2014/main" id="{D8FDF408-E51C-4711-3171-1EFC56C40014}"/>
              </a:ext>
            </a:extLst>
          </p:cNvPr>
          <p:cNvSpPr>
            <a:spLocks noGrp="1"/>
          </p:cNvSpPr>
          <p:nvPr>
            <p:ph type="dt" sz="half" idx="10"/>
          </p:nvPr>
        </p:nvSpPr>
        <p:spPr/>
        <p:txBody>
          <a:bodyPr/>
          <a:lstStyle/>
          <a:p>
            <a:fld id="{11B96697-4585-4368-989A-16003D150648}" type="datetime1">
              <a:rPr lang="de-CH" noProof="0" smtClean="0"/>
              <a:t>28.04.2026</a:t>
            </a:fld>
            <a:endParaRPr lang="de-CH" noProof="0"/>
          </a:p>
        </p:txBody>
      </p:sp>
      <p:sp>
        <p:nvSpPr>
          <p:cNvPr id="5" name="Fußzeilenplatzhalter 4">
            <a:extLst>
              <a:ext uri="{FF2B5EF4-FFF2-40B4-BE49-F238E27FC236}">
                <a16:creationId xmlns:a16="http://schemas.microsoft.com/office/drawing/2014/main" id="{77DB9B62-7DF1-2607-A814-EB54967955C2}"/>
              </a:ext>
            </a:extLst>
          </p:cNvPr>
          <p:cNvSpPr>
            <a:spLocks noGrp="1"/>
          </p:cNvSpPr>
          <p:nvPr>
            <p:ph type="ftr" sz="quarter" idx="11"/>
          </p:nvPr>
        </p:nvSpPr>
        <p:spPr/>
        <p:txBody>
          <a:bodyPr/>
          <a:lstStyle/>
          <a:p>
            <a:r>
              <a:rPr lang="de-DE" noProof="0"/>
              <a:t>Organisationseinheit verbal</a:t>
            </a:r>
            <a:endParaRPr lang="de-CH" noProof="0"/>
          </a:p>
        </p:txBody>
      </p:sp>
      <p:sp>
        <p:nvSpPr>
          <p:cNvPr id="6" name="Foliennummernplatzhalter 5">
            <a:extLst>
              <a:ext uri="{FF2B5EF4-FFF2-40B4-BE49-F238E27FC236}">
                <a16:creationId xmlns:a16="http://schemas.microsoft.com/office/drawing/2014/main" id="{8316D27D-EF82-8204-43AB-60014F84F0EA}"/>
              </a:ext>
            </a:extLst>
          </p:cNvPr>
          <p:cNvSpPr>
            <a:spLocks noGrp="1"/>
          </p:cNvSpPr>
          <p:nvPr>
            <p:ph type="sldNum" sz="quarter" idx="12"/>
          </p:nvPr>
        </p:nvSpPr>
        <p:spPr/>
        <p:txBody>
          <a:bodyPr/>
          <a:lstStyle/>
          <a:p>
            <a:fld id="{5ACA52AF-F19D-405C-AD5F-7D94B96A5CC3}" type="slidenum">
              <a:rPr lang="de-CH" noProof="0" smtClean="0"/>
              <a:t>9</a:t>
            </a:fld>
            <a:endParaRPr lang="de-CH" noProof="0"/>
          </a:p>
        </p:txBody>
      </p:sp>
      <p:grpSp>
        <p:nvGrpSpPr>
          <p:cNvPr id="19" name="Gruppieren 18">
            <a:extLst>
              <a:ext uri="{FF2B5EF4-FFF2-40B4-BE49-F238E27FC236}">
                <a16:creationId xmlns:a16="http://schemas.microsoft.com/office/drawing/2014/main" id="{9CB6AD72-CC2C-0304-AD0C-0CF4AA8BF70E}"/>
              </a:ext>
            </a:extLst>
          </p:cNvPr>
          <p:cNvGrpSpPr/>
          <p:nvPr/>
        </p:nvGrpSpPr>
        <p:grpSpPr>
          <a:xfrm>
            <a:off x="731837" y="1412875"/>
            <a:ext cx="10728325" cy="1194858"/>
            <a:chOff x="731837" y="1412875"/>
            <a:chExt cx="10728325" cy="1194858"/>
          </a:xfrm>
        </p:grpSpPr>
        <p:sp>
          <p:nvSpPr>
            <p:cNvPr id="7" name="Rechteck: abgerundete Ecken 6">
              <a:extLst>
                <a:ext uri="{FF2B5EF4-FFF2-40B4-BE49-F238E27FC236}">
                  <a16:creationId xmlns:a16="http://schemas.microsoft.com/office/drawing/2014/main" id="{1EB69DE7-0668-FF16-B6B3-F6C0054EAD53}"/>
                </a:ext>
              </a:extLst>
            </p:cNvPr>
            <p:cNvSpPr/>
            <p:nvPr/>
          </p:nvSpPr>
          <p:spPr>
            <a:xfrm>
              <a:off x="731837" y="1412875"/>
              <a:ext cx="10728325" cy="1194858"/>
            </a:xfrm>
            <a:prstGeom prst="roundRect">
              <a:avLst/>
            </a:prstGeom>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t"/>
            <a:lstStyle/>
            <a:p>
              <a:pPr marL="1076325"/>
              <a:r>
                <a:rPr lang="de-DE" sz="2400" b="1" dirty="0" err="1"/>
                <a:t>Expand</a:t>
              </a:r>
              <a:r>
                <a:rPr lang="de-DE" sz="2400" b="1" dirty="0"/>
                <a:t> Bags &amp; Accessoires</a:t>
              </a:r>
            </a:p>
            <a:p>
              <a:pPr marL="1076325"/>
              <a:r>
                <a:rPr lang="en-US" dirty="0"/>
                <a:t>Highest revenue-per-item in the catalog (10,139 NOK), utilization 71% above average but lowest ROI due to acquisition cost. Growth lever, not efficiency play.</a:t>
              </a:r>
              <a:endParaRPr lang="de-DE" dirty="0"/>
            </a:p>
          </p:txBody>
        </p:sp>
        <p:pic>
          <p:nvPicPr>
            <p:cNvPr id="10" name="Grafik 9" descr="Marke 1 Silhouette">
              <a:extLst>
                <a:ext uri="{FF2B5EF4-FFF2-40B4-BE49-F238E27FC236}">
                  <a16:creationId xmlns:a16="http://schemas.microsoft.com/office/drawing/2014/main" id="{FC61B064-C6DF-B4F1-CA91-E29C56DE8375}"/>
                </a:ext>
              </a:extLst>
            </p:cNvPr>
            <p:cNvPicPr>
              <a:picLocks noChangeAspect="1"/>
            </p:cNvPicPr>
            <p:nvPr/>
          </p:nvPicPr>
          <p:blipFill>
            <a:blip>
              <a:extLst>
                <a:ext uri="{96DAC541-7B7A-43D3-8B79-37D633B846F1}">
                  <asvg:svgBlip xmlns:asvg="http://schemas.microsoft.com/office/drawing/2016/SVG/main" r:embed="rId3"/>
                </a:ext>
              </a:extLst>
            </a:blip>
            <a:srcRect/>
            <a:stretch/>
          </p:blipFill>
          <p:spPr>
            <a:xfrm>
              <a:off x="885049" y="1553104"/>
              <a:ext cx="914400" cy="914400"/>
            </a:xfrm>
            <a:prstGeom prst="rect">
              <a:avLst/>
            </a:prstGeom>
          </p:spPr>
        </p:pic>
      </p:grpSp>
      <p:grpSp>
        <p:nvGrpSpPr>
          <p:cNvPr id="20" name="Gruppieren 19">
            <a:extLst>
              <a:ext uri="{FF2B5EF4-FFF2-40B4-BE49-F238E27FC236}">
                <a16:creationId xmlns:a16="http://schemas.microsoft.com/office/drawing/2014/main" id="{2A333CD4-A0D0-E4A0-86F7-4481AB75BA64}"/>
              </a:ext>
            </a:extLst>
          </p:cNvPr>
          <p:cNvGrpSpPr/>
          <p:nvPr/>
        </p:nvGrpSpPr>
        <p:grpSpPr>
          <a:xfrm>
            <a:off x="731837" y="3060171"/>
            <a:ext cx="10728325" cy="1194858"/>
            <a:chOff x="731837" y="3116713"/>
            <a:chExt cx="10728325" cy="1194858"/>
          </a:xfrm>
        </p:grpSpPr>
        <p:sp>
          <p:nvSpPr>
            <p:cNvPr id="11" name="Rechteck: abgerundete Ecken 10">
              <a:extLst>
                <a:ext uri="{FF2B5EF4-FFF2-40B4-BE49-F238E27FC236}">
                  <a16:creationId xmlns:a16="http://schemas.microsoft.com/office/drawing/2014/main" id="{0D5A5E6D-8A90-A188-7523-62EB848413D8}"/>
                </a:ext>
              </a:extLst>
            </p:cNvPr>
            <p:cNvSpPr/>
            <p:nvPr/>
          </p:nvSpPr>
          <p:spPr>
            <a:xfrm>
              <a:off x="731837" y="3116713"/>
              <a:ext cx="10728325" cy="1194858"/>
            </a:xfrm>
            <a:prstGeom prst="roundRect">
              <a:avLst/>
            </a:prstGeom>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t"/>
            <a:lstStyle/>
            <a:p>
              <a:pPr marL="1076325"/>
              <a:r>
                <a:rPr lang="en-US" sz="2400" b="1" dirty="0"/>
                <a:t>Reallocate away from Trousers &amp; Skirts</a:t>
              </a:r>
              <a:endParaRPr lang="de-DE" sz="2400" b="1" dirty="0"/>
            </a:p>
            <a:p>
              <a:pPr marL="1076325"/>
              <a:r>
                <a:rPr lang="en-US" dirty="0"/>
                <a:t>16% of inventory, 11% of revenue. Never-rented rates up to 35.8%. Shift budget toward Tops &amp; Sweaters with an ROI exceeding 3.5x.</a:t>
              </a:r>
              <a:endParaRPr lang="de-DE" dirty="0"/>
            </a:p>
          </p:txBody>
        </p:sp>
        <p:pic>
          <p:nvPicPr>
            <p:cNvPr id="16" name="Grafik 15" descr="Abzeichen Silhouette">
              <a:extLst>
                <a:ext uri="{FF2B5EF4-FFF2-40B4-BE49-F238E27FC236}">
                  <a16:creationId xmlns:a16="http://schemas.microsoft.com/office/drawing/2014/main" id="{9C365F7B-66C5-3743-AAD4-C67E04DC8492}"/>
                </a:ext>
              </a:extLst>
            </p:cNvPr>
            <p:cNvPicPr>
              <a:picLocks noChangeAspect="1"/>
            </p:cNvPicPr>
            <p:nvPr/>
          </p:nvPicPr>
          <p:blipFill>
            <a:blip>
              <a:extLst>
                <a:ext uri="{96DAC541-7B7A-43D3-8B79-37D633B846F1}">
                  <asvg:svgBlip xmlns:asvg="http://schemas.microsoft.com/office/drawing/2016/SVG/main" r:embed="rId4"/>
                </a:ext>
              </a:extLst>
            </a:blip>
            <a:srcRect/>
            <a:stretch/>
          </p:blipFill>
          <p:spPr>
            <a:xfrm>
              <a:off x="885049" y="3256942"/>
              <a:ext cx="914400" cy="914400"/>
            </a:xfrm>
            <a:prstGeom prst="rect">
              <a:avLst/>
            </a:prstGeom>
          </p:spPr>
        </p:pic>
      </p:grpSp>
      <p:grpSp>
        <p:nvGrpSpPr>
          <p:cNvPr id="21" name="Gruppieren 20">
            <a:extLst>
              <a:ext uri="{FF2B5EF4-FFF2-40B4-BE49-F238E27FC236}">
                <a16:creationId xmlns:a16="http://schemas.microsoft.com/office/drawing/2014/main" id="{D6DE2B58-BD18-E3F5-A419-D95C8B96E1B6}"/>
              </a:ext>
            </a:extLst>
          </p:cNvPr>
          <p:cNvGrpSpPr/>
          <p:nvPr/>
        </p:nvGrpSpPr>
        <p:grpSpPr>
          <a:xfrm>
            <a:off x="731837" y="4707467"/>
            <a:ext cx="10728325" cy="1194858"/>
            <a:chOff x="731837" y="4707467"/>
            <a:chExt cx="10728325" cy="1194858"/>
          </a:xfrm>
        </p:grpSpPr>
        <p:sp>
          <p:nvSpPr>
            <p:cNvPr id="13" name="Rechteck: abgerundete Ecken 12">
              <a:extLst>
                <a:ext uri="{FF2B5EF4-FFF2-40B4-BE49-F238E27FC236}">
                  <a16:creationId xmlns:a16="http://schemas.microsoft.com/office/drawing/2014/main" id="{E044C822-A75B-328F-401D-4E6FD42DA3F3}"/>
                </a:ext>
              </a:extLst>
            </p:cNvPr>
            <p:cNvSpPr/>
            <p:nvPr/>
          </p:nvSpPr>
          <p:spPr>
            <a:xfrm>
              <a:off x="731837" y="4707467"/>
              <a:ext cx="10728325" cy="1194858"/>
            </a:xfrm>
            <a:prstGeom prst="roundRect">
              <a:avLst/>
            </a:prstGeom>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t"/>
            <a:lstStyle/>
            <a:p>
              <a:pPr marL="1076325"/>
              <a:r>
                <a:rPr lang="en-US" sz="2400" b="1" dirty="0"/>
                <a:t>Trigger a second-category nudge after the first Dress rental</a:t>
              </a:r>
              <a:endParaRPr lang="de-DE" sz="2400" b="1" dirty="0"/>
            </a:p>
            <a:p>
              <a:pPr marL="1076325"/>
              <a:r>
                <a:rPr lang="en-US" dirty="0"/>
                <a:t>At-risk customers spend 79% in a single category. One cross-category interaction changes the behavioral profile from occasion renter to subscriber.</a:t>
              </a:r>
              <a:endParaRPr lang="de-DE" dirty="0"/>
            </a:p>
          </p:txBody>
        </p:sp>
        <p:pic>
          <p:nvPicPr>
            <p:cNvPr id="18" name="Grafik 17" descr="Marke 3 Silhouette">
              <a:extLst>
                <a:ext uri="{FF2B5EF4-FFF2-40B4-BE49-F238E27FC236}">
                  <a16:creationId xmlns:a16="http://schemas.microsoft.com/office/drawing/2014/main" id="{3BE42710-EA39-EF11-8A27-095065DFFA2D}"/>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885049" y="4847696"/>
              <a:ext cx="914400" cy="914400"/>
            </a:xfrm>
            <a:prstGeom prst="rect">
              <a:avLst/>
            </a:prstGeom>
          </p:spPr>
        </p:pic>
      </p:grpSp>
    </p:spTree>
    <p:extLst>
      <p:ext uri="{BB962C8B-B14F-4D97-AF65-F5344CB8AC3E}">
        <p14:creationId xmlns:p14="http://schemas.microsoft.com/office/powerpoint/2010/main" val="1749823387"/>
      </p:ext>
    </p:extLst>
  </p:cSld>
  <p:clrMapOvr>
    <a:masterClrMapping/>
  </p:clrMapOvr>
</p:sld>
</file>

<file path=ppt/theme/theme1.xml><?xml version="1.0" encoding="utf-8"?>
<a:theme xmlns:a="http://schemas.openxmlformats.org/drawingml/2006/main" name="ETH Zürich">
  <a:themeElements>
    <a:clrScheme name="ETH Zürich">
      <a:dk1>
        <a:sysClr val="windowText" lastClr="000000"/>
      </a:dk1>
      <a:lt1>
        <a:sysClr val="window" lastClr="FFFFFF"/>
      </a:lt1>
      <a:dk2>
        <a:srgbClr val="000000"/>
      </a:dk2>
      <a:lt2>
        <a:srgbClr val="FFFFFF"/>
      </a:lt2>
      <a:accent1>
        <a:srgbClr val="215CAF"/>
      </a:accent1>
      <a:accent2>
        <a:srgbClr val="007894"/>
      </a:accent2>
      <a:accent3>
        <a:srgbClr val="627313"/>
      </a:accent3>
      <a:accent4>
        <a:srgbClr val="8E6713"/>
      </a:accent4>
      <a:accent5>
        <a:srgbClr val="B7352D"/>
      </a:accent5>
      <a:accent6>
        <a:srgbClr val="A30774"/>
      </a:accent6>
      <a:hlink>
        <a:srgbClr val="0563C1"/>
      </a:hlink>
      <a:folHlink>
        <a:srgbClr val="954F72"/>
      </a:folHlink>
    </a:clrScheme>
    <a:fontScheme name="ETH Zürich">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custClrLst>
    <a:custClr name="ETH Blau">
      <a:srgbClr val="215CAF"/>
    </a:custClr>
    <a:custClr name="ETH Petrol">
      <a:srgbClr val="007894"/>
    </a:custClr>
    <a:custClr name="ETH Gruen">
      <a:srgbClr val="627313"/>
    </a:custClr>
    <a:custClr name="ETH Bronze">
      <a:srgbClr val="8E6713"/>
    </a:custClr>
    <a:custClr name="ETH Rot">
      <a:srgbClr val="B7352D"/>
    </a:custClr>
    <a:custClr name="ETH Purpur">
      <a:srgbClr val="A30774"/>
    </a:custClr>
    <a:custClr name="ETH Grau">
      <a:srgbClr val="6F6F6F"/>
    </a:custClr>
  </a:custClrLst>
  <a:extLst>
    <a:ext uri="{05A4C25C-085E-4340-85A3-A5531E510DB2}">
      <thm15:themeFamily xmlns:thm15="http://schemas.microsoft.com/office/thememl/2012/main" name="Präsentation3" id="{9C84984C-18ED-5E49-A574-15FF8A3954B8}" vid="{0B390235-9264-874C-ABEB-5D2188FC234E}"/>
    </a:ext>
  </a:extLst>
</a:theme>
</file>

<file path=ppt/theme/theme2.xml><?xml version="1.0" encoding="utf-8"?>
<a:theme xmlns:a="http://schemas.openxmlformats.org/drawingml/2006/main" name="Office">
  <a:themeElements>
    <a:clrScheme name="ETH Zürich">
      <a:dk1>
        <a:sysClr val="windowText" lastClr="000000"/>
      </a:dk1>
      <a:lt1>
        <a:sysClr val="window" lastClr="FFFFFF"/>
      </a:lt1>
      <a:dk2>
        <a:srgbClr val="000000"/>
      </a:dk2>
      <a:lt2>
        <a:srgbClr val="FFFFFF"/>
      </a:lt2>
      <a:accent1>
        <a:srgbClr val="215CAF"/>
      </a:accent1>
      <a:accent2>
        <a:srgbClr val="007894"/>
      </a:accent2>
      <a:accent3>
        <a:srgbClr val="627313"/>
      </a:accent3>
      <a:accent4>
        <a:srgbClr val="8E6713"/>
      </a:accent4>
      <a:accent5>
        <a:srgbClr val="B7352D"/>
      </a:accent5>
      <a:accent6>
        <a:srgbClr val="A30774"/>
      </a:accent6>
      <a:hlink>
        <a:srgbClr val="0563C1"/>
      </a:hlink>
      <a:folHlink>
        <a:srgbClr val="954F72"/>
      </a:folHlink>
    </a:clrScheme>
    <a:fontScheme name="ETH Zürich">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custClrLst>
    <a:custClr name="ETH Blau">
      <a:srgbClr val="215CAF"/>
    </a:custClr>
    <a:custClr name="ETH Petrol">
      <a:srgbClr val="007894"/>
    </a:custClr>
    <a:custClr name="ETH Gruen">
      <a:srgbClr val="627313"/>
    </a:custClr>
    <a:custClr name="ETH Bronze">
      <a:srgbClr val="8E6713"/>
    </a:custClr>
    <a:custClr name="ETH Rot">
      <a:srgbClr val="B7352D"/>
    </a:custClr>
    <a:custClr name="ETH Purpur">
      <a:srgbClr val="A30774"/>
    </a:custClr>
    <a:custClr name="ETH Grau">
      <a:srgbClr val="6F6F6F"/>
    </a:custClr>
  </a:custClr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a:themeElements>
    <a:clrScheme name="ETH Zürich">
      <a:dk1>
        <a:sysClr val="windowText" lastClr="000000"/>
      </a:dk1>
      <a:lt1>
        <a:sysClr val="window" lastClr="FFFFFF"/>
      </a:lt1>
      <a:dk2>
        <a:srgbClr val="000000"/>
      </a:dk2>
      <a:lt2>
        <a:srgbClr val="FFFFFF"/>
      </a:lt2>
      <a:accent1>
        <a:srgbClr val="215CAF"/>
      </a:accent1>
      <a:accent2>
        <a:srgbClr val="007894"/>
      </a:accent2>
      <a:accent3>
        <a:srgbClr val="627313"/>
      </a:accent3>
      <a:accent4>
        <a:srgbClr val="8E6713"/>
      </a:accent4>
      <a:accent5>
        <a:srgbClr val="B7352D"/>
      </a:accent5>
      <a:accent6>
        <a:srgbClr val="A30774"/>
      </a:accent6>
      <a:hlink>
        <a:srgbClr val="0563C1"/>
      </a:hlink>
      <a:folHlink>
        <a:srgbClr val="954F72"/>
      </a:folHlink>
    </a:clrScheme>
    <a:fontScheme name="ETH Zürich">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ct:contentTypeSchema xmlns:ct="http://schemas.microsoft.com/office/2006/metadata/contentType" xmlns:ma="http://schemas.microsoft.com/office/2006/metadata/properties/metaAttributes" ct:_="" ma:_="" ma:contentTypeName="Dokument" ma:contentTypeID="0x010100D0F59E03F3A02E49BD70E31348545014" ma:contentTypeVersion="7" ma:contentTypeDescription="Ein neues Dokument erstellen." ma:contentTypeScope="" ma:versionID="907cdc0f808be0b4bc1373a5a8f6a492">
  <xsd:schema xmlns:xsd="http://www.w3.org/2001/XMLSchema" xmlns:xs="http://www.w3.org/2001/XMLSchema" xmlns:p="http://schemas.microsoft.com/office/2006/metadata/properties" xmlns:ns2="7fd05bba-d45d-467f-a5a8-3f2970e80e4a" targetNamespace="http://schemas.microsoft.com/office/2006/metadata/properties" ma:root="true" ma:fieldsID="6eaf8534fcc486a778b01aa1a7a62fa4" ns2:_="">
    <xsd:import namespace="7fd05bba-d45d-467f-a5a8-3f2970e80e4a"/>
    <xsd:element name="properties">
      <xsd:complexType>
        <xsd:sequence>
          <xsd:element name="documentManagement">
            <xsd:complexType>
              <xsd:all>
                <xsd:element ref="ns2:MediaServiceMetadata" minOccurs="0"/>
                <xsd:element ref="ns2:MediaServiceFastMetadata" minOccurs="0"/>
                <xsd:element ref="ns2:MediaServiceSearchProperties" minOccurs="0"/>
                <xsd:element ref="ns2:MediaServiceDateTaken" minOccurs="0"/>
                <xsd:element ref="ns2:MediaServiceGenerationTime" minOccurs="0"/>
                <xsd:element ref="ns2:MediaServiceEventHashCode" minOccurs="0"/>
                <xsd:element ref="ns2:MediaLengthInSecond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7fd05bba-d45d-467f-a5a8-3f2970e80e4a"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SearchProperties" ma:index="10" nillable="true" ma:displayName="MediaServiceSearchProperties" ma:hidden="true" ma:internalName="MediaServiceSearchProperties" ma:readOnly="true">
      <xsd:simpleType>
        <xsd:restriction base="dms:Note"/>
      </xsd:simpleType>
    </xsd:element>
    <xsd:element name="MediaServiceDateTaken" ma:index="11" nillable="true" ma:displayName="MediaServiceDateTaken" ma:hidden="true" ma:indexed="true" ma:internalName="MediaServiceDateTaken" ma:readOnly="true">
      <xsd:simpleType>
        <xsd:restriction base="dms:Text"/>
      </xsd:simpleType>
    </xsd:element>
    <xsd:element name="MediaServiceGenerationTime" ma:index="12" nillable="true" ma:displayName="MediaServiceGenerationTime" ma:hidden="true" ma:internalName="MediaServiceGenerationTime" ma:readOnly="true">
      <xsd:simpleType>
        <xsd:restriction base="dms:Text"/>
      </xsd:simpleType>
    </xsd:element>
    <xsd:element name="MediaServiceEventHashCode" ma:index="13" nillable="true" ma:displayName="MediaServiceEventHashCode" ma:hidden="true" ma:internalName="MediaServiceEventHashCode" ma:readOnly="true">
      <xsd:simpleType>
        <xsd:restriction base="dms:Text"/>
      </xsd:simpleType>
    </xsd:element>
    <xsd:element name="MediaLengthInSeconds" ma:index="14" nillable="true" ma:displayName="MediaLengthInSeconds" ma:hidden="true" ma:internalName="MediaLengthInSeconds" ma:readOnly="true">
      <xsd:simpleType>
        <xsd:restriction base="dms:Unknown"/>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Inhaltstyp"/>
        <xsd:element ref="dc:title" minOccurs="0" maxOccurs="1" ma:index="4" ma:displayName="Titel"/>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p:properties xmlns:p="http://schemas.microsoft.com/office/2006/metadata/properties" xmlns:xsi="http://www.w3.org/2001/XMLSchema-instance" xmlns:pc="http://schemas.microsoft.com/office/infopath/2007/PartnerControls">
  <documentManagement/>
</p:properties>
</file>

<file path=customXml/itemProps1.xml><?xml version="1.0" encoding="utf-8"?>
<ds:datastoreItem xmlns:ds="http://schemas.openxmlformats.org/officeDocument/2006/customXml" ds:itemID="{6B7B52BC-33EF-4C54-820C-9984D5F8AFB1}">
  <ds:schemaRefs>
    <ds:schemaRef ds:uri="7fd05bba-d45d-467f-a5a8-3f2970e80e4a"/>
    <ds:schemaRef ds:uri="http://purl.org/dc/elements/1.1/"/>
    <ds:schemaRef ds:uri="http://purl.org/dc/terms/"/>
    <ds:schemaRef ds:uri="http://schemas.microsoft.com/internal/obd"/>
    <ds:schemaRef ds:uri="http://schemas.microsoft.com/office/2006/documentManagement/types"/>
    <ds:schemaRef ds:uri="http://schemas.microsoft.com/office/2006/metadata/contentType"/>
    <ds:schemaRef ds:uri="http://schemas.microsoft.com/office/2006/metadata/properties"/>
    <ds:schemaRef ds:uri="http://schemas.microsoft.com/office/2006/metadata/properties/metaAttributes"/>
    <ds:schemaRef ds:uri="http://schemas.microsoft.com/office/infopath/2007/PartnerControls"/>
    <ds:schemaRef ds:uri="http://schemas.openxmlformats.org/package/2006/metadata/core-properties"/>
    <ds:schemaRef ds:uri="http://www.w3.org/2001/XMLSchema"/>
  </ds:schemaRefs>
</ds:datastoreItem>
</file>

<file path=customXml/itemProps2.xml><?xml version="1.0" encoding="utf-8"?>
<ds:datastoreItem xmlns:ds="http://schemas.openxmlformats.org/officeDocument/2006/customXml" ds:itemID="{E0CFCB78-2973-46E2-963D-C72C98C43B41}">
  <ds:schemaRefs>
    <ds:schemaRef ds:uri="http://schemas.microsoft.com/sharepoint/v3/contenttype/forms"/>
  </ds:schemaRefs>
</ds:datastoreItem>
</file>

<file path=customXml/itemProps3.xml><?xml version="1.0" encoding="utf-8"?>
<ds:datastoreItem xmlns:ds="http://schemas.openxmlformats.org/officeDocument/2006/customXml" ds:itemID="{2C3B1C8D-BA84-44B8-B31F-BF26E7BAC85C}">
  <ds:schemaRefs>
    <ds:schemaRef ds:uri="http://purl.org/dc/elements/1.1/"/>
    <ds:schemaRef ds:uri="http://www.w3.org/XML/1998/namespace"/>
    <ds:schemaRef ds:uri="http://schemas.openxmlformats.org/package/2006/metadata/core-properties"/>
    <ds:schemaRef ds:uri="http://schemas.microsoft.com/office/2006/documentManagement/types"/>
    <ds:schemaRef ds:uri="http://purl.org/dc/terms/"/>
    <ds:schemaRef ds:uri="http://schemas.microsoft.com/office/infopath/2007/PartnerControls"/>
    <ds:schemaRef ds:uri="http://purl.org/dc/dcmitype/"/>
    <ds:schemaRef ds:uri="7fd05bba-d45d-467f-a5a8-3f2970e80e4a"/>
    <ds:schemaRef ds:uri="http://schemas.microsoft.com/office/2006/metadata/properties"/>
  </ds:schemaRefs>
</ds:datastoreItem>
</file>

<file path=docProps/app.xml><?xml version="1.0" encoding="utf-8"?>
<Properties xmlns="http://schemas.openxmlformats.org/officeDocument/2006/extended-properties" xmlns:vt="http://schemas.openxmlformats.org/officeDocument/2006/docPropsVTypes">
  <Template>eth_pp_praesentation_ohne_klassifizierung</Template>
  <TotalTime>0</TotalTime>
  <Words>1393</Words>
  <Application>Microsoft Office PowerPoint</Application>
  <PresentationFormat>Breitbild</PresentationFormat>
  <Paragraphs>167</Paragraphs>
  <Slides>9</Slides>
  <Notes>9</Notes>
  <HiddenSlides>1</HiddenSlides>
  <MMClips>0</MMClips>
  <ScaleCrop>false</ScaleCrop>
  <HeadingPairs>
    <vt:vector size="6" baseType="variant">
      <vt:variant>
        <vt:lpstr>Verwendete Schriftarten</vt:lpstr>
      </vt:variant>
      <vt:variant>
        <vt:i4>5</vt:i4>
      </vt:variant>
      <vt:variant>
        <vt:lpstr>Design</vt:lpstr>
      </vt:variant>
      <vt:variant>
        <vt:i4>1</vt:i4>
      </vt:variant>
      <vt:variant>
        <vt:lpstr>Folientitel</vt:lpstr>
      </vt:variant>
      <vt:variant>
        <vt:i4>9</vt:i4>
      </vt:variant>
    </vt:vector>
  </HeadingPairs>
  <TitlesOfParts>
    <vt:vector size="15" baseType="lpstr">
      <vt:lpstr>Arial</vt:lpstr>
      <vt:lpstr>Courier New</vt:lpstr>
      <vt:lpstr>Segoe UI</vt:lpstr>
      <vt:lpstr>Symbol</vt:lpstr>
      <vt:lpstr>Wingdings</vt:lpstr>
      <vt:lpstr>ETH Zürich</vt:lpstr>
      <vt:lpstr>Final Presentation – Marketing Analytics</vt:lpstr>
      <vt:lpstr>The Baseline - Comparing RFM-based Models</vt:lpstr>
      <vt:lpstr>The Baseline - LightGBM Already Beats the Industry Benchmark on RFM-Features</vt:lpstr>
      <vt:lpstr>The Modeling Journey – Four Problems, Four Solutions, Three Improvements</vt:lpstr>
      <vt:lpstr>Hybrid Two-Stage Model</vt:lpstr>
      <vt:lpstr>Hybrid Two-Stage Model</vt:lpstr>
      <vt:lpstr>Single-Stage LightGBM rediscovered the Segmentation</vt:lpstr>
      <vt:lpstr>The Churn Model Confirms the Story</vt:lpstr>
      <vt:lpstr>Recommendations to Vibrent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Voss  Julius</dc:creator>
  <cp:lastModifiedBy>Voss  Julius</cp:lastModifiedBy>
  <cp:revision>28</cp:revision>
  <dcterms:created xsi:type="dcterms:W3CDTF">2025-11-07T08:31:52Z</dcterms:created>
  <dcterms:modified xsi:type="dcterms:W3CDTF">2026-04-28T16:18:23Z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0x010100D0F59E03F3A02E49BD70E31348545014</vt:lpwstr>
  </property>
</Properties>
</file>